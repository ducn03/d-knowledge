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1"/>
  </p:sldMasterIdLst>
  <p:notesMasterIdLst>
    <p:notesMasterId r:id="rId48"/>
  </p:notesMasterIdLst>
  <p:sldIdLst>
    <p:sldId id="314" r:id="rId2"/>
    <p:sldId id="316" r:id="rId3"/>
    <p:sldId id="493" r:id="rId4"/>
    <p:sldId id="320" r:id="rId5"/>
    <p:sldId id="261" r:id="rId6"/>
    <p:sldId id="263" r:id="rId7"/>
    <p:sldId id="439" r:id="rId8"/>
    <p:sldId id="440" r:id="rId9"/>
    <p:sldId id="441" r:id="rId10"/>
    <p:sldId id="442" r:id="rId11"/>
    <p:sldId id="295" r:id="rId12"/>
    <p:sldId id="443" r:id="rId13"/>
    <p:sldId id="444" r:id="rId14"/>
    <p:sldId id="467" r:id="rId15"/>
    <p:sldId id="445" r:id="rId16"/>
    <p:sldId id="468" r:id="rId17"/>
    <p:sldId id="448" r:id="rId18"/>
    <p:sldId id="469" r:id="rId19"/>
    <p:sldId id="447" r:id="rId20"/>
    <p:sldId id="470" r:id="rId21"/>
    <p:sldId id="446" r:id="rId22"/>
    <p:sldId id="471" r:id="rId23"/>
    <p:sldId id="380" r:id="rId24"/>
    <p:sldId id="381" r:id="rId25"/>
    <p:sldId id="449" r:id="rId26"/>
    <p:sldId id="450" r:id="rId27"/>
    <p:sldId id="451" r:id="rId28"/>
    <p:sldId id="452" r:id="rId29"/>
    <p:sldId id="453" r:id="rId30"/>
    <p:sldId id="454" r:id="rId31"/>
    <p:sldId id="455" r:id="rId32"/>
    <p:sldId id="456" r:id="rId33"/>
    <p:sldId id="457" r:id="rId34"/>
    <p:sldId id="458" r:id="rId35"/>
    <p:sldId id="459" r:id="rId36"/>
    <p:sldId id="384" r:id="rId37"/>
    <p:sldId id="385" r:id="rId38"/>
    <p:sldId id="460" r:id="rId39"/>
    <p:sldId id="345" r:id="rId40"/>
    <p:sldId id="461" r:id="rId41"/>
    <p:sldId id="462" r:id="rId42"/>
    <p:sldId id="463" r:id="rId43"/>
    <p:sldId id="464" r:id="rId44"/>
    <p:sldId id="465" r:id="rId45"/>
    <p:sldId id="466" r:id="rId46"/>
    <p:sldId id="268" r:id="rId47"/>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6FF"/>
    <a:srgbClr val="0072FF"/>
    <a:srgbClr val="1CB5E0"/>
    <a:srgbClr val="000046"/>
    <a:srgbClr val="00F7FF"/>
    <a:srgbClr val="0A4671"/>
    <a:srgbClr val="114F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704"/>
  </p:normalViewPr>
  <p:slideViewPr>
    <p:cSldViewPr snapToGrid="0">
      <p:cViewPr varScale="1">
        <p:scale>
          <a:sx n="89" d="100"/>
          <a:sy n="89" d="100"/>
        </p:scale>
        <p:origin x="808"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1B713-64C2-0949-8ADC-A04FFD1F6467}" type="datetimeFigureOut">
              <a:rPr lang="en-VN" smtClean="0"/>
              <a:t>12/05/2024</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9F204-C7F4-F140-967F-D2FA889DA617}" type="slidenum">
              <a:rPr lang="en-VN" smtClean="0"/>
              <a:t>‹#›</a:t>
            </a:fld>
            <a:endParaRPr lang="en-VN"/>
          </a:p>
        </p:txBody>
      </p:sp>
    </p:spTree>
    <p:extLst>
      <p:ext uri="{BB962C8B-B14F-4D97-AF65-F5344CB8AC3E}">
        <p14:creationId xmlns:p14="http://schemas.microsoft.com/office/powerpoint/2010/main" val="298996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vi-VN" dirty="0"/>
              <a:t>Như tên gọi của nó, ALU  là một mạch tổ hợp có chức năng thực hiện các phép toán số học và luận lý</a:t>
            </a:r>
          </a:p>
          <a:p>
            <a:pPr marL="228600" indent="-228600">
              <a:buAutoNum type="arabicPeriod"/>
            </a:pPr>
            <a:r>
              <a:rPr lang="vi-VN" dirty="0"/>
              <a:t>Bên trái là ký hiệu của ALU với 3 ngõ vào và 1 ngõ ra</a:t>
            </a:r>
          </a:p>
          <a:p>
            <a:pPr marL="228600" indent="-228600">
              <a:buAutoNum type="arabicPeriod"/>
            </a:pPr>
            <a:r>
              <a:rPr lang="vi-VN" dirty="0"/>
              <a:t>Dựa theo tín hiệu điều khiển Opcode mà ALU sẽ thực hiện thao tác tương tứng theo như bảng hoạt động ở giữa</a:t>
            </a:r>
          </a:p>
          <a:p>
            <a:pPr marL="228600" indent="-228600">
              <a:buAutoNum type="arabicPeriod"/>
            </a:pPr>
            <a:r>
              <a:rPr lang="vi-VN" dirty="0"/>
              <a:t>4 thao tác đầu là số học và 4 thao tác sau là luận lý, nên có thể chia ALU thành 2 mạch con là AU và LU như hình bên phải</a:t>
            </a:r>
          </a:p>
          <a:p>
            <a:pPr marL="228600" indent="-228600">
              <a:buAutoNum type="arabicPeriod"/>
            </a:pPr>
            <a:r>
              <a:rPr lang="vi-VN" dirty="0"/>
              <a:t>Việc lựa chọn giữa kết quả số học (AU) hay luận lý (LU) sẽ được quyết định bởi bộ chọn (sẽ tìm hiểu trong slide sau).</a:t>
            </a:r>
          </a:p>
          <a:p>
            <a:pPr marL="228600" indent="-228600">
              <a:buAutoNum type="arabicPeriod"/>
            </a:pPr>
            <a:r>
              <a:rPr lang="vi-VN" dirty="0"/>
              <a:t>Hiện tại chỉ cần quan tâm đến chức năng của ALU là làm gì</a:t>
            </a:r>
            <a:endParaRPr lang="en-US" dirty="0"/>
          </a:p>
        </p:txBody>
      </p:sp>
      <p:sp>
        <p:nvSpPr>
          <p:cNvPr id="4" name="Slide Number Placeholder 3"/>
          <p:cNvSpPr>
            <a:spLocks noGrp="1"/>
          </p:cNvSpPr>
          <p:nvPr>
            <p:ph type="sldNum" sz="quarter" idx="5"/>
          </p:nvPr>
        </p:nvSpPr>
        <p:spPr/>
        <p:txBody>
          <a:bodyPr/>
          <a:lstStyle/>
          <a:p>
            <a:fld id="{DC19F204-C7F4-F140-967F-D2FA889DA617}" type="slidenum">
              <a:rPr lang="en-VN" smtClean="0"/>
              <a:t>39</a:t>
            </a:fld>
            <a:endParaRPr lang="en-VN"/>
          </a:p>
        </p:txBody>
      </p:sp>
    </p:spTree>
    <p:extLst>
      <p:ext uri="{BB962C8B-B14F-4D97-AF65-F5344CB8AC3E}">
        <p14:creationId xmlns:p14="http://schemas.microsoft.com/office/powerpoint/2010/main" val="31397745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05836" y="6604291"/>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75604" y="6587552"/>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noFill/>
                </a:ln>
                <a:gradFill>
                  <a:gsLst>
                    <a:gs pos="0">
                      <a:srgbClr val="000046"/>
                    </a:gs>
                    <a:gs pos="100000">
                      <a:srgbClr val="1CB5E0"/>
                    </a:gs>
                  </a:gsLst>
                  <a:lin ang="5400000" scaled="1"/>
                </a:grad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Autofit/>
          </a:bodyPr>
          <a:lstStyle>
            <a:lvl1pPr marL="0" indent="0" algn="ctr" defTabSz="914400" rtl="0" eaLnBrk="1" latinLnBrk="0" hangingPunct="1">
              <a:buNone/>
              <a:defRPr lang="en-VN" sz="28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6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December 5, 2024</a:t>
            </a:fld>
            <a:endParaRPr lang="en-US" dirty="0"/>
          </a:p>
        </p:txBody>
      </p:sp>
      <p:sp>
        <p:nvSpPr>
          <p:cNvPr id="3" name="Freeform 6">
            <a:extLst>
              <a:ext uri="{FF2B5EF4-FFF2-40B4-BE49-F238E27FC236}">
                <a16:creationId xmlns:a16="http://schemas.microsoft.com/office/drawing/2014/main" id="{4ECB9C0D-6BC4-06A8-31B3-6D4D05D5A532}"/>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Isosceles Triangle 12">
            <a:extLst>
              <a:ext uri="{FF2B5EF4-FFF2-40B4-BE49-F238E27FC236}">
                <a16:creationId xmlns:a16="http://schemas.microsoft.com/office/drawing/2014/main" id="{255375C3-CD88-2FF5-F57C-94012687A003}"/>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5375E782-84F1-2FE6-B32C-2CEDC078A3E7}"/>
              </a:ext>
            </a:extLst>
          </p:cNvPr>
          <p:cNvGrpSpPr/>
          <p:nvPr userDrawn="1"/>
        </p:nvGrpSpPr>
        <p:grpSpPr>
          <a:xfrm>
            <a:off x="58527" y="40944"/>
            <a:ext cx="2869771" cy="1563379"/>
            <a:chOff x="44879" y="27296"/>
            <a:chExt cx="2869771" cy="1563379"/>
          </a:xfrm>
          <a:solidFill>
            <a:srgbClr val="0072FF"/>
          </a:solidFill>
        </p:grpSpPr>
        <p:cxnSp>
          <p:nvCxnSpPr>
            <p:cNvPr id="21" name="Straight Connector 20">
              <a:extLst>
                <a:ext uri="{FF2B5EF4-FFF2-40B4-BE49-F238E27FC236}">
                  <a16:creationId xmlns:a16="http://schemas.microsoft.com/office/drawing/2014/main" id="{BF1B8EEE-CF84-3651-C40A-CC45C71B0951}"/>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9B08090-ABF9-71C9-96B7-ED39806CA44F}"/>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EB532A4-691C-A7B2-9B00-A888444BF567}"/>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7" name="Isosceles Triangle 26">
            <a:extLst>
              <a:ext uri="{FF2B5EF4-FFF2-40B4-BE49-F238E27FC236}">
                <a16:creationId xmlns:a16="http://schemas.microsoft.com/office/drawing/2014/main" id="{F828B3C0-BF98-308C-1C96-1B1B2C948F8A}"/>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72911F23-834E-9635-07BE-56C6BA818073}"/>
              </a:ext>
            </a:extLst>
          </p:cNvPr>
          <p:cNvGrpSpPr/>
          <p:nvPr userDrawn="1"/>
        </p:nvGrpSpPr>
        <p:grpSpPr>
          <a:xfrm flipH="1" flipV="1">
            <a:off x="9263702" y="5253677"/>
            <a:ext cx="2869771" cy="1563379"/>
            <a:chOff x="44879" y="27296"/>
            <a:chExt cx="2869771" cy="1563379"/>
          </a:xfrm>
          <a:solidFill>
            <a:srgbClr val="0072FF"/>
          </a:solidFill>
        </p:grpSpPr>
        <p:cxnSp>
          <p:nvCxnSpPr>
            <p:cNvPr id="29" name="Straight Connector 28">
              <a:extLst>
                <a:ext uri="{FF2B5EF4-FFF2-40B4-BE49-F238E27FC236}">
                  <a16:creationId xmlns:a16="http://schemas.microsoft.com/office/drawing/2014/main" id="{0784C0A6-0AA7-8759-5AE6-71A7E3F80D5C}"/>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09177AE-D197-ED6A-5143-84F37D23F61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02A77F6-D23F-C55B-9FEB-B467C8EF82C2}"/>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32" name="Freeform 17">
            <a:extLst>
              <a:ext uri="{FF2B5EF4-FFF2-40B4-BE49-F238E27FC236}">
                <a16:creationId xmlns:a16="http://schemas.microsoft.com/office/drawing/2014/main" id="{C7427735-FDF5-AD43-D981-0D29697A194D}"/>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33" name="Freeform 18">
            <a:extLst>
              <a:ext uri="{FF2B5EF4-FFF2-40B4-BE49-F238E27FC236}">
                <a16:creationId xmlns:a16="http://schemas.microsoft.com/office/drawing/2014/main" id="{A68358DF-BF42-3FFC-B68E-5620302F32D2}"/>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35" name="Picture 34" descr="A picture containing clipart, vector graphics&#10;&#10;Description automatically generated">
            <a:extLst>
              <a:ext uri="{FF2B5EF4-FFF2-40B4-BE49-F238E27FC236}">
                <a16:creationId xmlns:a16="http://schemas.microsoft.com/office/drawing/2014/main" id="{41FD0EA7-1986-4A78-23EF-56793D0AEB4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37" name="TextBox 36">
            <a:extLst>
              <a:ext uri="{FF2B5EF4-FFF2-40B4-BE49-F238E27FC236}">
                <a16:creationId xmlns:a16="http://schemas.microsoft.com/office/drawing/2014/main" id="{047B4D88-61CE-2596-B416-49A0B85F0514}"/>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Tree>
    <p:extLst>
      <p:ext uri="{BB962C8B-B14F-4D97-AF65-F5344CB8AC3E}">
        <p14:creationId xmlns:p14="http://schemas.microsoft.com/office/powerpoint/2010/main" val="1511375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3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December 5, 2024</a:t>
            </a:fld>
            <a:endParaRPr lang="en-VN"/>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8" name="Text Placeholder 21">
            <a:extLst>
              <a:ext uri="{FF2B5EF4-FFF2-40B4-BE49-F238E27FC236}">
                <a16:creationId xmlns:a16="http://schemas.microsoft.com/office/drawing/2014/main" id="{C6B2679F-C18F-09A3-96AB-5F2B6ACB82CA}"/>
              </a:ext>
            </a:extLst>
          </p:cNvPr>
          <p:cNvSpPr>
            <a:spLocks noGrp="1"/>
          </p:cNvSpPr>
          <p:nvPr>
            <p:ph type="body" sz="quarter" idx="19" hasCustomPrompt="1"/>
          </p:nvPr>
        </p:nvSpPr>
        <p:spPr>
          <a:xfrm>
            <a:off x="1704109" y="3019167"/>
            <a:ext cx="4583866" cy="1439258"/>
          </a:xfrm>
          <a:prstGeom prst="roundRect">
            <a:avLst>
              <a:gd name="adj" fmla="val 2631"/>
            </a:avLst>
          </a:prstGeom>
          <a:solidFill>
            <a:schemeClr val="bg1">
              <a:lumMod val="95000"/>
            </a:schemeClr>
          </a:solidFill>
          <a:ln w="19050" cap="rnd">
            <a:gradFill flip="none" rotWithShape="1">
              <a:gsLst>
                <a:gs pos="0">
                  <a:srgbClr val="00C6FF"/>
                </a:gs>
                <a:gs pos="99000">
                  <a:srgbClr val="00F7FF"/>
                </a:gs>
              </a:gsLst>
              <a:lin ang="2700000" scaled="1"/>
              <a:tileRect/>
            </a:gradFill>
          </a:ln>
        </p:spPr>
        <p:txBody>
          <a:bodyPr anchor="ctr">
            <a:normAutofit/>
          </a:bodyPr>
          <a:lstStyle>
            <a:lvl1pPr marL="1333500" indent="0">
              <a:buNone/>
              <a:tabLst/>
              <a:defRPr sz="2000" b="1" i="0">
                <a:gradFill flip="none" rotWithShape="1">
                  <a:gsLst>
                    <a:gs pos="100000">
                      <a:srgbClr val="0072FF"/>
                    </a:gs>
                    <a:gs pos="0">
                      <a:srgbClr val="00F7FF"/>
                    </a:gs>
                  </a:gsLst>
                  <a:lin ang="2700000" scaled="1"/>
                  <a:tileRect/>
                </a:gradFill>
                <a:latin typeface="Times New Roman" panose="02020603050405020304" pitchFamily="18" charset="0"/>
                <a:cs typeface="Times New Roman" panose="02020603050405020304" pitchFamily="18" charset="0"/>
              </a:defRPr>
            </a:lvl1pPr>
          </a:lstStyle>
          <a:p>
            <a:pPr lvl="0"/>
            <a:r>
              <a:rPr lang="en-VN" dirty="0"/>
              <a:t>Họ và tên</a:t>
            </a:r>
            <a:br>
              <a:rPr lang="en-VN" dirty="0"/>
            </a:br>
            <a:r>
              <a:rPr lang="en-VN" dirty="0"/>
              <a:t>Email</a:t>
            </a:r>
            <a:br>
              <a:rPr lang="en-VN" dirty="0"/>
            </a:br>
            <a:r>
              <a:rPr lang="en-VN" dirty="0"/>
              <a:t>Khoa</a:t>
            </a:r>
          </a:p>
        </p:txBody>
      </p:sp>
      <p:grpSp>
        <p:nvGrpSpPr>
          <p:cNvPr id="34" name="Group 33">
            <a:extLst>
              <a:ext uri="{FF2B5EF4-FFF2-40B4-BE49-F238E27FC236}">
                <a16:creationId xmlns:a16="http://schemas.microsoft.com/office/drawing/2014/main" id="{AF7094EB-B733-82D9-0C1A-47F50ED8DF48}"/>
              </a:ext>
            </a:extLst>
          </p:cNvPr>
          <p:cNvGrpSpPr/>
          <p:nvPr/>
        </p:nvGrpSpPr>
        <p:grpSpPr>
          <a:xfrm>
            <a:off x="-1" y="4458425"/>
            <a:ext cx="8647103" cy="664514"/>
            <a:chOff x="-349411" y="1322122"/>
            <a:chExt cx="8647103" cy="664514"/>
          </a:xfrm>
        </p:grpSpPr>
        <p:cxnSp>
          <p:nvCxnSpPr>
            <p:cNvPr id="36" name="Straight Connector 35">
              <a:extLst>
                <a:ext uri="{FF2B5EF4-FFF2-40B4-BE49-F238E27FC236}">
                  <a16:creationId xmlns:a16="http://schemas.microsoft.com/office/drawing/2014/main" id="{A42951CF-9EB0-47B4-697B-3EC7AC808EA9}"/>
                </a:ext>
              </a:extLst>
            </p:cNvPr>
            <p:cNvCxnSpPr>
              <a:cxnSpLocks/>
            </p:cNvCxnSpPr>
            <p:nvPr userDrawn="1"/>
          </p:nvCxnSpPr>
          <p:spPr>
            <a:xfrm>
              <a:off x="-349411" y="1986636"/>
              <a:ext cx="6360520"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BFAF29A-75A4-8EF7-11D9-AB3F5C16B253}"/>
                </a:ext>
              </a:extLst>
            </p:cNvPr>
            <p:cNvCxnSpPr>
              <a:cxnSpLocks/>
            </p:cNvCxnSpPr>
            <p:nvPr userDrawn="1"/>
          </p:nvCxnSpPr>
          <p:spPr>
            <a:xfrm flipV="1">
              <a:off x="6011109" y="1480500"/>
              <a:ext cx="591405" cy="506136"/>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D2D0A89-881E-F365-FCB8-0CCF88B4F092}"/>
                </a:ext>
              </a:extLst>
            </p:cNvPr>
            <p:cNvCxnSpPr>
              <a:cxnSpLocks/>
            </p:cNvCxnSpPr>
            <p:nvPr userDrawn="1"/>
          </p:nvCxnSpPr>
          <p:spPr>
            <a:xfrm>
              <a:off x="6602514" y="1480500"/>
              <a:ext cx="1378423" cy="0"/>
            </a:xfrm>
            <a:prstGeom prst="line">
              <a:avLst/>
            </a:prstGeom>
            <a:ln w="38100" cap="rnd">
              <a:gradFill flip="none" rotWithShape="1">
                <a:gsLst>
                  <a:gs pos="0">
                    <a:srgbClr val="00F7FF"/>
                  </a:gs>
                  <a:gs pos="100000">
                    <a:srgbClr val="00C6FF"/>
                  </a:gs>
                </a:gsLst>
                <a:lin ang="2700000" scaled="1"/>
                <a:tileRect/>
              </a:gradFill>
              <a:roun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D8ED5AC8-396E-82A3-EA13-53B0DC1B1744}"/>
                </a:ext>
              </a:extLst>
            </p:cNvPr>
            <p:cNvSpPr/>
            <p:nvPr userDrawn="1"/>
          </p:nvSpPr>
          <p:spPr>
            <a:xfrm>
              <a:off x="7980937" y="1322122"/>
              <a:ext cx="316755" cy="316755"/>
            </a:xfrm>
            <a:prstGeom prst="ellipse">
              <a:avLst/>
            </a:prstGeom>
            <a:gradFill flip="none" rotWithShape="1">
              <a:gsLst>
                <a:gs pos="0">
                  <a:srgbClr val="00F7FF"/>
                </a:gs>
                <a:gs pos="100000">
                  <a:srgbClr val="00C6FF"/>
                </a:gs>
              </a:gsLst>
              <a:lin ang="2700000" scaled="1"/>
              <a:tileRect/>
            </a:gra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Oval 3">
            <a:extLst>
              <a:ext uri="{FF2B5EF4-FFF2-40B4-BE49-F238E27FC236}">
                <a16:creationId xmlns:a16="http://schemas.microsoft.com/office/drawing/2014/main" id="{CD5DF290-BB09-CD5D-D16C-F337A2AE1710}"/>
              </a:ext>
            </a:extLst>
          </p:cNvPr>
          <p:cNvSpPr>
            <a:spLocks noChangeAspect="1"/>
          </p:cNvSpPr>
          <p:nvPr/>
        </p:nvSpPr>
        <p:spPr>
          <a:xfrm>
            <a:off x="796022" y="2736380"/>
            <a:ext cx="2019600" cy="2019600"/>
          </a:xfrm>
          <a:prstGeom prst="ellipse">
            <a:avLst/>
          </a:prstGeom>
          <a:gradFill>
            <a:gsLst>
              <a:gs pos="0">
                <a:srgbClr val="00C6FF"/>
              </a:gs>
              <a:gs pos="100000">
                <a:srgbClr val="0072FF"/>
              </a:gs>
            </a:gsLst>
            <a:lin ang="5400000" scaled="1"/>
          </a:gradFill>
          <a:ln>
            <a:gradFill>
              <a:gsLst>
                <a:gs pos="0">
                  <a:srgbClr val="00C6FF"/>
                </a:gs>
                <a:gs pos="100000">
                  <a:srgbClr val="0072FF"/>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Picture Placeholder 3">
            <a:extLst>
              <a:ext uri="{FF2B5EF4-FFF2-40B4-BE49-F238E27FC236}">
                <a16:creationId xmlns:a16="http://schemas.microsoft.com/office/drawing/2014/main" id="{E6519316-5BE7-6687-FE60-23F1FB913498}"/>
              </a:ext>
            </a:extLst>
          </p:cNvPr>
          <p:cNvSpPr>
            <a:spLocks noGrp="1" noChangeAspect="1"/>
          </p:cNvSpPr>
          <p:nvPr>
            <p:ph type="pic" sz="quarter" idx="20" hasCustomPrompt="1"/>
          </p:nvPr>
        </p:nvSpPr>
        <p:spPr>
          <a:xfrm>
            <a:off x="690326" y="2728996"/>
            <a:ext cx="2020888" cy="2019600"/>
          </a:xfrm>
          <a:prstGeom prst="ellipse">
            <a:avLst/>
          </a:prstGeom>
          <a:solidFill>
            <a:schemeClr val="bg1"/>
          </a:solidFill>
          <a:ln w="19050">
            <a:solidFill>
              <a:srgbClr val="00F7FF"/>
            </a:solidFill>
          </a:ln>
          <a:effectLst>
            <a:outerShdw blurRad="63500" sx="102000" sy="102000" algn="ctr" rotWithShape="0">
              <a:prstClr val="black">
                <a:alpha val="40000"/>
              </a:prstClr>
            </a:outerShdw>
          </a:effectLst>
        </p:spPr>
        <p:txBody>
          <a:bodyPr anchor="ctr"/>
          <a:lstStyle>
            <a:lvl1pPr marL="0" indent="0" algn="ctr">
              <a:buNone/>
              <a:defRPr>
                <a:solidFill>
                  <a:schemeClr val="tx1"/>
                </a:solidFill>
              </a:defRPr>
            </a:lvl1pPr>
          </a:lstStyle>
          <a:p>
            <a:r>
              <a:rPr lang="en-VN" dirty="0"/>
              <a:t>Profile picture</a:t>
            </a:r>
          </a:p>
        </p:txBody>
      </p:sp>
      <p:sp>
        <p:nvSpPr>
          <p:cNvPr id="39" name="Text Placeholder 38">
            <a:extLst>
              <a:ext uri="{FF2B5EF4-FFF2-40B4-BE49-F238E27FC236}">
                <a16:creationId xmlns:a16="http://schemas.microsoft.com/office/drawing/2014/main" id="{08F295F7-595F-E903-E034-0D8FEC5E07C6}"/>
              </a:ext>
            </a:extLst>
          </p:cNvPr>
          <p:cNvSpPr>
            <a:spLocks noGrp="1"/>
          </p:cNvSpPr>
          <p:nvPr>
            <p:ph type="body" sz="quarter" idx="21" hasCustomPrompt="1"/>
          </p:nvPr>
        </p:nvSpPr>
        <p:spPr>
          <a:xfrm>
            <a:off x="2711214" y="2263753"/>
            <a:ext cx="3576761" cy="622002"/>
          </a:xfrm>
          <a:effectLst>
            <a:innerShdw blurRad="114300">
              <a:srgbClr val="00F7FF"/>
            </a:innerShdw>
          </a:effectLst>
        </p:spPr>
        <p:txBody>
          <a:bodyPr anchor="ctr">
            <a:noAutofit/>
          </a:bodyPr>
          <a:lstStyle>
            <a:lvl1pPr marL="0" indent="0" algn="r">
              <a:buNone/>
              <a:defRPr lang="en-VN" sz="36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dirty="0"/>
              <a:t>GIẢNG VIÊN</a:t>
            </a:r>
            <a:endParaRPr lang="en-VN" dirty="0"/>
          </a:p>
        </p:txBody>
      </p:sp>
    </p:spTree>
    <p:extLst>
      <p:ext uri="{BB962C8B-B14F-4D97-AF65-F5344CB8AC3E}">
        <p14:creationId xmlns:p14="http://schemas.microsoft.com/office/powerpoint/2010/main" val="308712626"/>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a:t>Thực hiện bởi Trường Đại học Công nghệ Thông tin, ĐHQG-HCM</a:t>
            </a:r>
            <a:endParaRPr lang="en-VN"/>
          </a:p>
        </p:txBody>
      </p:sp>
      <p:grpSp>
        <p:nvGrpSpPr>
          <p:cNvPr id="36" name="Group 35">
            <a:extLst>
              <a:ext uri="{FF2B5EF4-FFF2-40B4-BE49-F238E27FC236}">
                <a16:creationId xmlns:a16="http://schemas.microsoft.com/office/drawing/2014/main" id="{11E5AAB4-F14E-4F9C-E123-7635A7EF6275}"/>
              </a:ext>
            </a:extLst>
          </p:cNvPr>
          <p:cNvGrpSpPr/>
          <p:nvPr/>
        </p:nvGrpSpPr>
        <p:grpSpPr>
          <a:xfrm>
            <a:off x="-2323526"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p:nvGrpSpPr>
        <p:grpSpPr>
          <a:xfrm flipH="1">
            <a:off x="9674240"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alpha val="40000"/>
                    </a:srgbClr>
                  </a:gs>
                  <a:gs pos="100000">
                    <a:srgbClr val="00C6FF">
                      <a:alpha val="40000"/>
                    </a:srgbClr>
                  </a:gs>
                </a:gsLst>
                <a:lin ang="2700000" scaled="1"/>
                <a:tileRect/>
              </a:gradFill>
              <a:ln cap="rnd">
                <a:gradFill flip="none" rotWithShape="1">
                  <a:gsLst>
                    <a:gs pos="0">
                      <a:srgbClr val="0072FF">
                        <a:alpha val="40000"/>
                      </a:srgbClr>
                    </a:gs>
                    <a:gs pos="100000">
                      <a:srgbClr val="00C6FF">
                        <a:alpha val="40000"/>
                      </a:srgbClr>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p:nvSpPr>
        <p:spPr>
          <a:xfrm>
            <a:off x="82718"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58527"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70" name="TextBox 69">
            <a:extLst>
              <a:ext uri="{FF2B5EF4-FFF2-40B4-BE49-F238E27FC236}">
                <a16:creationId xmlns:a16="http://schemas.microsoft.com/office/drawing/2014/main" id="{03E32705-3D72-A324-09E4-62DB4F73E8B8}"/>
              </a:ext>
            </a:extLst>
          </p:cNvPr>
          <p:cNvSpPr txBox="1"/>
          <p:nvPr/>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endParaRPr lang="en-VN" sz="3600" b="1" dirty="0">
              <a:solidFill>
                <a:schemeClr val="bg1"/>
              </a:solidFill>
              <a:latin typeface="Times New Roman" panose="02020603050405020304" pitchFamily="18" charset="0"/>
              <a:cs typeface="Times New Roman" panose="02020603050405020304" pitchFamily="18" charset="0"/>
            </a:endParaRP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033899" y="1559014"/>
            <a:ext cx="8124204" cy="4153664"/>
          </a:xfrm>
        </p:spPr>
        <p:txBody>
          <a:bodyPr anchor="ctr">
            <a:normAutofit/>
          </a:bodyPr>
          <a:lstStyle>
            <a:lvl1pPr marL="514350" indent="-514350" algn="just">
              <a:lnSpc>
                <a:spcPct val="130000"/>
              </a:lnSpc>
              <a:spcBef>
                <a:spcPts val="300"/>
              </a:spcBef>
              <a:spcAft>
                <a:spcPts val="300"/>
              </a:spcAft>
              <a:buFont typeface="+mj-lt"/>
              <a:buAutoNum type="arabicPeriod"/>
              <a:defRPr sz="28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December 5, 2024</a:t>
            </a:fld>
            <a:endParaRPr lang="en-VN"/>
          </a:p>
        </p:txBody>
      </p:sp>
      <p:sp>
        <p:nvSpPr>
          <p:cNvPr id="68" name="Text Placeholder 67">
            <a:extLst>
              <a:ext uri="{FF2B5EF4-FFF2-40B4-BE49-F238E27FC236}">
                <a16:creationId xmlns:a16="http://schemas.microsoft.com/office/drawing/2014/main" id="{F56C1099-1EF4-24C1-B5E1-A484342C74DE}"/>
              </a:ext>
            </a:extLst>
          </p:cNvPr>
          <p:cNvSpPr>
            <a:spLocks noGrp="1"/>
          </p:cNvSpPr>
          <p:nvPr>
            <p:ph type="body" sz="quarter" idx="15" hasCustomPrompt="1"/>
          </p:nvPr>
        </p:nvSpPr>
        <p:spPr>
          <a:xfrm>
            <a:off x="4859729" y="734646"/>
            <a:ext cx="2714625" cy="457200"/>
          </a:xfrm>
        </p:spPr>
        <p:txBody>
          <a:bodyPr anchor="ctr">
            <a:noAutofit/>
          </a:bodyPr>
          <a:lstStyle>
            <a:lvl1pPr marL="0" indent="0" algn="ctr">
              <a:buNone/>
              <a:defRPr sz="3600" b="1">
                <a:solidFill>
                  <a:schemeClr val="bg1"/>
                </a:solidFill>
                <a:latin typeface="Times New Roman" panose="02020603050405020304" pitchFamily="18" charset="0"/>
                <a:cs typeface="Times New Roman" panose="02020603050405020304" pitchFamily="18" charset="0"/>
              </a:defRPr>
            </a:lvl1pPr>
          </a:lstStyle>
          <a:p>
            <a:pPr lvl="0"/>
            <a:r>
              <a:rPr lang="en-VN" dirty="0"/>
              <a:t>NỘI DUNG</a:t>
            </a:r>
          </a:p>
        </p:txBody>
      </p:sp>
      <p:sp>
        <p:nvSpPr>
          <p:cNvPr id="3" name="Freeform 2">
            <a:extLst>
              <a:ext uri="{FF2B5EF4-FFF2-40B4-BE49-F238E27FC236}">
                <a16:creationId xmlns:a16="http://schemas.microsoft.com/office/drawing/2014/main" id="{B50720F1-D33A-570A-ED4C-A35648E701D3}"/>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Tree>
    <p:extLst>
      <p:ext uri="{BB962C8B-B14F-4D97-AF65-F5344CB8AC3E}">
        <p14:creationId xmlns:p14="http://schemas.microsoft.com/office/powerpoint/2010/main" val="1507209014"/>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p:nvSpPr>
        <p:spPr>
          <a:xfrm>
            <a:off x="-1" y="-3113"/>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Isosceles Triangle 12">
            <a:extLst>
              <a:ext uri="{FF2B5EF4-FFF2-40B4-BE49-F238E27FC236}">
                <a16:creationId xmlns:a16="http://schemas.microsoft.com/office/drawing/2014/main" id="{A49F0DD3-DC56-8398-42AE-9819F17BDE3D}"/>
              </a:ext>
            </a:extLst>
          </p:cNvPr>
          <p:cNvSpPr/>
          <p:nvPr/>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31" name="Freeform 30">
            <a:extLst>
              <a:ext uri="{FF2B5EF4-FFF2-40B4-BE49-F238E27FC236}">
                <a16:creationId xmlns:a16="http://schemas.microsoft.com/office/drawing/2014/main" id="{F5D728B6-8658-2A5A-4406-097B8D68238B}"/>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33" name="Text Placeholder 32">
            <a:extLst>
              <a:ext uri="{FF2B5EF4-FFF2-40B4-BE49-F238E27FC236}">
                <a16:creationId xmlns:a16="http://schemas.microsoft.com/office/drawing/2014/main" id="{16FB8E2A-4378-29FE-41E3-42BAD72ADA63}"/>
              </a:ext>
            </a:extLst>
          </p:cNvPr>
          <p:cNvSpPr>
            <a:spLocks noGrp="1"/>
          </p:cNvSpPr>
          <p:nvPr>
            <p:ph type="body" sz="quarter" idx="13" hasCustomPrompt="1"/>
          </p:nvPr>
        </p:nvSpPr>
        <p:spPr>
          <a:xfrm>
            <a:off x="1470929" y="2095027"/>
            <a:ext cx="9941071"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p:ph type="body" sz="quarter" idx="14" hasCustomPrompt="1"/>
          </p:nvPr>
        </p:nvSpPr>
        <p:spPr>
          <a:xfrm>
            <a:off x="1470930" y="3169159"/>
            <a:ext cx="9941070"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x.x.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p:ph type="body" sz="quarter" idx="15" hasCustomPrompt="1"/>
          </p:nvPr>
        </p:nvSpPr>
        <p:spPr>
          <a:xfrm>
            <a:off x="1470930" y="4137397"/>
            <a:ext cx="7147030" cy="916698"/>
          </a:xfrm>
        </p:spPr>
        <p:txBody>
          <a:bodyPr anchor="t">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0x.</a:t>
            </a:r>
          </a:p>
        </p:txBody>
      </p:sp>
      <p:cxnSp>
        <p:nvCxnSpPr>
          <p:cNvPr id="41" name="Straight Connector 40">
            <a:extLst>
              <a:ext uri="{FF2B5EF4-FFF2-40B4-BE49-F238E27FC236}">
                <a16:creationId xmlns:a16="http://schemas.microsoft.com/office/drawing/2014/main" id="{88382EF5-131E-F7DD-C939-044C31C113C7}"/>
              </a:ext>
            </a:extLst>
          </p:cNvPr>
          <p:cNvCxnSpPr/>
          <p:nvPr/>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60603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December 5, 2024</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838200"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grpSp>
        <p:nvGrpSpPr>
          <p:cNvPr id="4" name="Group 3">
            <a:extLst>
              <a:ext uri="{FF2B5EF4-FFF2-40B4-BE49-F238E27FC236}">
                <a16:creationId xmlns:a16="http://schemas.microsoft.com/office/drawing/2014/main" id="{B1AA7010-A78E-2DCB-8D89-28F704E05138}"/>
              </a:ext>
            </a:extLst>
          </p:cNvPr>
          <p:cNvGrpSpPr/>
          <p:nvPr/>
        </p:nvGrpSpPr>
        <p:grpSpPr>
          <a:xfrm>
            <a:off x="16026" y="4629289"/>
            <a:ext cx="434350" cy="2228711"/>
            <a:chOff x="16026" y="4629289"/>
            <a:chExt cx="434350" cy="2228711"/>
          </a:xfrm>
          <a:gradFill flip="none" rotWithShape="1">
            <a:gsLst>
              <a:gs pos="0">
                <a:srgbClr val="00F7FF"/>
              </a:gs>
              <a:gs pos="100000">
                <a:srgbClr val="00F7FF">
                  <a:alpha val="0"/>
                </a:srgbClr>
              </a:gs>
            </a:gsLst>
            <a:lin ang="16200000" scaled="1"/>
            <a:tileRect/>
          </a:gradFill>
        </p:grpSpPr>
        <p:sp>
          <p:nvSpPr>
            <p:cNvPr id="14" name="Rectangle 13">
              <a:extLst>
                <a:ext uri="{FF2B5EF4-FFF2-40B4-BE49-F238E27FC236}">
                  <a16:creationId xmlns:a16="http://schemas.microsoft.com/office/drawing/2014/main" id="{B96A6D30-76D9-ADFA-439D-D8ACD753FA68}"/>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A54932-7153-1124-6FAB-6B0BCE7F15CF}"/>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F11FFE3-7A74-DE46-A817-485EEBD35CE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7" name="Rectangle 16">
              <a:extLst>
                <a:ext uri="{FF2B5EF4-FFF2-40B4-BE49-F238E27FC236}">
                  <a16:creationId xmlns:a16="http://schemas.microsoft.com/office/drawing/2014/main" id="{37189745-CA80-BAF4-D0A4-5251C5A38265}"/>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664A45EE-E6B0-E916-950B-83B5D9C719DA}"/>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05BCF47-41EA-DC9C-B39C-19996485644F}"/>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29" name="Oval 28">
            <a:extLst>
              <a:ext uri="{FF2B5EF4-FFF2-40B4-BE49-F238E27FC236}">
                <a16:creationId xmlns:a16="http://schemas.microsoft.com/office/drawing/2014/main" id="{D48BE0DC-C12B-7B32-5521-E1BCC5CB89B7}"/>
              </a:ext>
            </a:extLst>
          </p:cNvPr>
          <p:cNvSpPr/>
          <p:nvPr/>
        </p:nvSpPr>
        <p:spPr>
          <a:xfrm>
            <a:off x="9520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p:ph type="sldNum" sz="quarter" idx="12"/>
          </p:nvPr>
        </p:nvSpPr>
        <p:spPr>
          <a:xfrm>
            <a:off x="6586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pic>
        <p:nvPicPr>
          <p:cNvPr id="8" name="Picture 7" descr="Background pattern&#10;&#10;Description automatically generated">
            <a:extLst>
              <a:ext uri="{FF2B5EF4-FFF2-40B4-BE49-F238E27FC236}">
                <a16:creationId xmlns:a16="http://schemas.microsoft.com/office/drawing/2014/main" id="{57563D2E-1464-F4DC-680D-29877EB89C1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9" name="Rectangle 8">
            <a:extLst>
              <a:ext uri="{FF2B5EF4-FFF2-40B4-BE49-F238E27FC236}">
                <a16:creationId xmlns:a16="http://schemas.microsoft.com/office/drawing/2014/main" id="{6320C05E-2806-6A11-0CEC-1BE4315205D8}"/>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Rectangle 9">
            <a:extLst>
              <a:ext uri="{FF2B5EF4-FFF2-40B4-BE49-F238E27FC236}">
                <a16:creationId xmlns:a16="http://schemas.microsoft.com/office/drawing/2014/main" id="{6FAE0A98-F8D1-D0A3-1A2F-7154B6549892}"/>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523DC2-02C7-8C77-2D04-A96541E3A583}"/>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191C568-955A-59F4-0185-C0BD5DF387B3}"/>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F082665-0C7D-50B7-34EE-4782EFDC418A}"/>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BF7AF7B-AD51-D4E7-8DBE-54F0B941BF46}"/>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6E6AE3EB-4115-B561-8E64-59E593CFEC98}"/>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12">
            <a:extLst>
              <a:ext uri="{FF2B5EF4-FFF2-40B4-BE49-F238E27FC236}">
                <a16:creationId xmlns:a16="http://schemas.microsoft.com/office/drawing/2014/main" id="{082F8C24-8EC3-12D9-31D2-D9AF7899ED56}"/>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a:extLst>
              <a:ext uri="{FF2B5EF4-FFF2-40B4-BE49-F238E27FC236}">
                <a16:creationId xmlns:a16="http://schemas.microsoft.com/office/drawing/2014/main" id="{BAEA8BB2-C106-8466-0C4C-617FDA7C1F51}"/>
              </a:ext>
            </a:extLst>
          </p:cNvPr>
          <p:cNvGrpSpPr/>
          <p:nvPr userDrawn="1"/>
        </p:nvGrpSpPr>
        <p:grpSpPr>
          <a:xfrm>
            <a:off x="58527" y="40944"/>
            <a:ext cx="2869771" cy="1563379"/>
            <a:chOff x="44879" y="27296"/>
            <a:chExt cx="2869771" cy="1563379"/>
          </a:xfrm>
          <a:solidFill>
            <a:srgbClr val="0072FF"/>
          </a:solidFill>
        </p:grpSpPr>
        <p:cxnSp>
          <p:nvCxnSpPr>
            <p:cNvPr id="40" name="Straight Connector 39">
              <a:extLst>
                <a:ext uri="{FF2B5EF4-FFF2-40B4-BE49-F238E27FC236}">
                  <a16:creationId xmlns:a16="http://schemas.microsoft.com/office/drawing/2014/main" id="{614CB226-4F6B-BE76-F70F-6C697E90FA70}"/>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1602105-9594-E052-65A8-1862699041C9}"/>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8DC0ADB-CDDD-6330-2943-0D153B8453B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44" name="Isosceles Triangle 12">
            <a:extLst>
              <a:ext uri="{FF2B5EF4-FFF2-40B4-BE49-F238E27FC236}">
                <a16:creationId xmlns:a16="http://schemas.microsoft.com/office/drawing/2014/main" id="{5901D9CF-985A-8406-4A37-38F31E2609D6}"/>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5" name="Group 44">
            <a:extLst>
              <a:ext uri="{FF2B5EF4-FFF2-40B4-BE49-F238E27FC236}">
                <a16:creationId xmlns:a16="http://schemas.microsoft.com/office/drawing/2014/main" id="{3B37415A-2375-7DEF-5823-D3665222BA11}"/>
              </a:ext>
            </a:extLst>
          </p:cNvPr>
          <p:cNvGrpSpPr/>
          <p:nvPr userDrawn="1"/>
        </p:nvGrpSpPr>
        <p:grpSpPr>
          <a:xfrm flipH="1" flipV="1">
            <a:off x="9263702" y="5253677"/>
            <a:ext cx="2869771" cy="1563379"/>
            <a:chOff x="44879" y="27296"/>
            <a:chExt cx="2869771" cy="1563379"/>
          </a:xfrm>
          <a:solidFill>
            <a:srgbClr val="0072FF"/>
          </a:solidFill>
        </p:grpSpPr>
        <p:cxnSp>
          <p:nvCxnSpPr>
            <p:cNvPr id="46" name="Straight Connector 45">
              <a:extLst>
                <a:ext uri="{FF2B5EF4-FFF2-40B4-BE49-F238E27FC236}">
                  <a16:creationId xmlns:a16="http://schemas.microsoft.com/office/drawing/2014/main" id="{720844FD-9E24-FB04-4E6D-4EADDADB34B8}"/>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22A5C58-98E1-B5E0-7929-4E19F441F71C}"/>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D85F7D8-734D-6489-3F73-028DC84ED10B}"/>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49" name="Freeform 30">
            <a:extLst>
              <a:ext uri="{FF2B5EF4-FFF2-40B4-BE49-F238E27FC236}">
                <a16:creationId xmlns:a16="http://schemas.microsoft.com/office/drawing/2014/main" id="{42F002FA-8869-A427-1258-CFBBD56FC75F}"/>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0" name="Slide Number Placeholder 4">
            <a:extLst>
              <a:ext uri="{FF2B5EF4-FFF2-40B4-BE49-F238E27FC236}">
                <a16:creationId xmlns:a16="http://schemas.microsoft.com/office/drawing/2014/main" id="{1F7437DE-B61C-AA09-3196-BE1C81E8CCF5}"/>
              </a:ext>
            </a:extLst>
          </p:cNvPr>
          <p:cNvSpPr>
            <a:spLocks noGrp="1"/>
          </p:cNvSpPr>
          <p:nvPr>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51" name="Text Placeholder 32">
            <a:extLst>
              <a:ext uri="{FF2B5EF4-FFF2-40B4-BE49-F238E27FC236}">
                <a16:creationId xmlns:a16="http://schemas.microsoft.com/office/drawing/2014/main" id="{F6D26DEF-252F-4533-E8C5-9C000CC261E0}"/>
              </a:ext>
            </a:extLst>
          </p:cNvPr>
          <p:cNvSpPr>
            <a:spLocks noGrp="1"/>
          </p:cNvSpPr>
          <p:nvPr>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52" name="Text Placeholder 34">
            <a:extLst>
              <a:ext uri="{FF2B5EF4-FFF2-40B4-BE49-F238E27FC236}">
                <a16:creationId xmlns:a16="http://schemas.microsoft.com/office/drawing/2014/main" id="{312D54FE-A165-49EC-7CF1-955D9964FF8B}"/>
              </a:ext>
            </a:extLst>
          </p:cNvPr>
          <p:cNvSpPr>
            <a:spLocks noGrp="1"/>
          </p:cNvSpPr>
          <p:nvPr>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53" name="Text Placeholder 36">
            <a:extLst>
              <a:ext uri="{FF2B5EF4-FFF2-40B4-BE49-F238E27FC236}">
                <a16:creationId xmlns:a16="http://schemas.microsoft.com/office/drawing/2014/main" id="{03533A13-7B00-C8B7-BBDA-994F134AB8E1}"/>
              </a:ext>
            </a:extLst>
          </p:cNvPr>
          <p:cNvSpPr>
            <a:spLocks noGrp="1"/>
          </p:cNvSpPr>
          <p:nvPr>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cxnSp>
        <p:nvCxnSpPr>
          <p:cNvPr id="54" name="Straight Connector 53">
            <a:extLst>
              <a:ext uri="{FF2B5EF4-FFF2-40B4-BE49-F238E27FC236}">
                <a16:creationId xmlns:a16="http://schemas.microsoft.com/office/drawing/2014/main" id="{D7C1F332-54AD-1918-5972-6C04BED89F98}"/>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951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Noi dung">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5" y="1233824"/>
            <a:ext cx="10579654"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December 5, 2024</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21067685"/>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 sanh 1">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233825"/>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December 5, 2024</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228490"/>
            <a:ext cx="5202000" cy="494313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itle 1">
            <a:extLst>
              <a:ext uri="{FF2B5EF4-FFF2-40B4-BE49-F238E27FC236}">
                <a16:creationId xmlns:a16="http://schemas.microsoft.com/office/drawing/2014/main" id="{187D36B1-517A-D556-9184-ED466900A8D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1879290617"/>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 sanh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1962615"/>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1</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December 5, 2024</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6151800" y="1957280"/>
            <a:ext cx="5202000" cy="4214349"/>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 </a:t>
            </a:r>
            <a:r>
              <a:rPr lang="en-US" dirty="0" err="1"/>
              <a:t>cột</a:t>
            </a:r>
            <a:r>
              <a:rPr lang="en-US" dirty="0"/>
              <a:t> 2</a:t>
            </a:r>
            <a:endParaRPr lang="en-VN" dirty="0"/>
          </a:p>
        </p:txBody>
      </p:sp>
      <p:sp>
        <p:nvSpPr>
          <p:cNvPr id="15" name="Text Placeholder 14">
            <a:extLst>
              <a:ext uri="{FF2B5EF4-FFF2-40B4-BE49-F238E27FC236}">
                <a16:creationId xmlns:a16="http://schemas.microsoft.com/office/drawing/2014/main" id="{EDF1C539-8AC9-C464-0C2F-4D728615840B}"/>
              </a:ext>
            </a:extLst>
          </p:cNvPr>
          <p:cNvSpPr>
            <a:spLocks noGrp="1"/>
          </p:cNvSpPr>
          <p:nvPr>
            <p:ph type="body" sz="quarter" idx="16" hasCustomPrompt="1"/>
          </p:nvPr>
        </p:nvSpPr>
        <p:spPr>
          <a:xfrm>
            <a:off x="774144"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1</a:t>
            </a:r>
          </a:p>
        </p:txBody>
      </p:sp>
      <p:sp>
        <p:nvSpPr>
          <p:cNvPr id="19" name="Text Placeholder 14">
            <a:extLst>
              <a:ext uri="{FF2B5EF4-FFF2-40B4-BE49-F238E27FC236}">
                <a16:creationId xmlns:a16="http://schemas.microsoft.com/office/drawing/2014/main" id="{F0714139-C59C-330B-707A-90AA2C2D1C7D}"/>
              </a:ext>
            </a:extLst>
          </p:cNvPr>
          <p:cNvSpPr>
            <a:spLocks noGrp="1"/>
          </p:cNvSpPr>
          <p:nvPr>
            <p:ph type="body" sz="quarter" idx="17" hasCustomPrompt="1"/>
          </p:nvPr>
        </p:nvSpPr>
        <p:spPr>
          <a:xfrm>
            <a:off x="6151006" y="1233825"/>
            <a:ext cx="5202794" cy="504825"/>
          </a:xfrm>
          <a:gradFill flip="none" rotWithShape="1">
            <a:gsLst>
              <a:gs pos="0">
                <a:srgbClr val="0072FF"/>
              </a:gs>
              <a:gs pos="99000">
                <a:srgbClr val="00C6FF"/>
              </a:gs>
            </a:gsLst>
            <a:lin ang="2700000" scaled="1"/>
            <a:tileRect/>
          </a:gradFill>
        </p:spPr>
        <p:txBody>
          <a:bodyPr>
            <a:normAutofit/>
          </a:bodyPr>
          <a:lstStyle>
            <a:lvl1pPr marL="0" indent="0" algn="ctr">
              <a:lnSpc>
                <a:spcPct val="120000"/>
              </a:lnSpc>
              <a:spcBef>
                <a:spcPts val="200"/>
              </a:spcBef>
              <a:spcAft>
                <a:spcPts val="200"/>
              </a:spcAft>
              <a:buNone/>
              <a:defRPr sz="2400" b="1" i="0">
                <a:solidFill>
                  <a:schemeClr val="bg1"/>
                </a:solidFill>
                <a:latin typeface="Arial" panose="020B0604020202020204" pitchFamily="34" charset="0"/>
                <a:cs typeface="Arial" panose="020B0604020202020204" pitchFamily="34" charset="0"/>
              </a:defRPr>
            </a:lvl1pPr>
          </a:lstStyle>
          <a:p>
            <a:pPr lvl="0"/>
            <a:r>
              <a:rPr lang="en-VN" dirty="0"/>
              <a:t>Tiêu đề cột 2</a:t>
            </a:r>
          </a:p>
        </p:txBody>
      </p:sp>
      <p:sp>
        <p:nvSpPr>
          <p:cNvPr id="29" name="Title 1">
            <a:extLst>
              <a:ext uri="{FF2B5EF4-FFF2-40B4-BE49-F238E27FC236}">
                <a16:creationId xmlns:a16="http://schemas.microsoft.com/office/drawing/2014/main" id="{6AE4A723-09B9-08FA-D05B-D53CF4EB2CA4}"/>
              </a:ext>
            </a:extLst>
          </p:cNvPr>
          <p:cNvSpPr>
            <a:spLocks noGrp="1"/>
          </p:cNvSpPr>
          <p:nvPr>
            <p:ph type="title" hasCustomPrompt="1"/>
          </p:nvPr>
        </p:nvSpPr>
        <p:spPr>
          <a:xfrm>
            <a:off x="774145" y="223964"/>
            <a:ext cx="10579655" cy="785896"/>
          </a:xfrm>
        </p:spPr>
        <p:txBody>
          <a:bodyPr>
            <a:normAutofit/>
          </a:bodyPr>
          <a:lstStyle>
            <a:lvl1pPr>
              <a:lnSpc>
                <a:spcPct val="120000"/>
              </a:lnSpc>
              <a:spcBef>
                <a:spcPts val="200"/>
              </a:spcBef>
              <a:spcAft>
                <a:spcPts val="200"/>
              </a:spcAft>
              <a:defRPr sz="4400"/>
            </a:lvl1pPr>
          </a:lstStyle>
          <a:p>
            <a:r>
              <a:rPr lang="en-US" dirty="0" err="1"/>
              <a:t>Nhập</a:t>
            </a:r>
            <a:r>
              <a:rPr lang="en-US" dirty="0"/>
              <a:t> </a:t>
            </a:r>
            <a:r>
              <a:rPr lang="en-US" dirty="0" err="1"/>
              <a:t>tiêu</a:t>
            </a:r>
            <a:r>
              <a:rPr lang="en-US" dirty="0"/>
              <a:t> </a:t>
            </a:r>
            <a:r>
              <a:rPr lang="en-US" dirty="0" err="1"/>
              <a:t>đề</a:t>
            </a:r>
            <a:endParaRPr lang="en-VN" dirty="0"/>
          </a:p>
        </p:txBody>
      </p:sp>
    </p:spTree>
    <p:extLst>
      <p:ext uri="{BB962C8B-B14F-4D97-AF65-F5344CB8AC3E}">
        <p14:creationId xmlns:p14="http://schemas.microsoft.com/office/powerpoint/2010/main" val="3536790243"/>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oi dung 2">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December 5, 2024</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4" name="Content Placeholder 2">
            <a:extLst>
              <a:ext uri="{FF2B5EF4-FFF2-40B4-BE49-F238E27FC236}">
                <a16:creationId xmlns:a16="http://schemas.microsoft.com/office/drawing/2014/main" id="{6016DD3F-9640-933C-3B2A-D75E0803D5F1}"/>
              </a:ext>
            </a:extLst>
          </p:cNvPr>
          <p:cNvSpPr>
            <a:spLocks noGrp="1"/>
          </p:cNvSpPr>
          <p:nvPr>
            <p:ph idx="15" hasCustomPrompt="1"/>
          </p:nvPr>
        </p:nvSpPr>
        <p:spPr>
          <a:xfrm>
            <a:off x="5085934" y="202009"/>
            <a:ext cx="6267866" cy="5969620"/>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Tree>
    <p:extLst>
      <p:ext uri="{BB962C8B-B14F-4D97-AF65-F5344CB8AC3E}">
        <p14:creationId xmlns:p14="http://schemas.microsoft.com/office/powerpoint/2010/main" val="3938618939"/>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ình ảnh">
    <p:spTree>
      <p:nvGrpSpPr>
        <p:cNvPr id="1" name=""/>
        <p:cNvGrpSpPr/>
        <p:nvPr/>
      </p:nvGrpSpPr>
      <p:grpSpPr>
        <a:xfrm>
          <a:off x="0" y="0"/>
          <a:ext cx="0" cy="0"/>
          <a:chOff x="0" y="0"/>
          <a:chExt cx="0" cy="0"/>
        </a:xfrm>
      </p:grpSpPr>
      <p:sp>
        <p:nvSpPr>
          <p:cNvPr id="22" name="Freeform 21">
            <a:extLst>
              <a:ext uri="{FF2B5EF4-FFF2-40B4-BE49-F238E27FC236}">
                <a16:creationId xmlns:a16="http://schemas.microsoft.com/office/drawing/2014/main" id="{D6D55076-2521-0210-0FB5-E329AB53FF7F}"/>
              </a:ext>
            </a:extLst>
          </p:cNvPr>
          <p:cNvSpPr/>
          <p:nvPr/>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Isosceles Triangle 12">
            <a:extLst>
              <a:ext uri="{FF2B5EF4-FFF2-40B4-BE49-F238E27FC236}">
                <a16:creationId xmlns:a16="http://schemas.microsoft.com/office/drawing/2014/main" id="{C8EDB823-A30A-47C8-25D2-A9B8E2AED349}"/>
              </a:ext>
            </a:extLst>
          </p:cNvPr>
          <p:cNvSpPr/>
          <p:nvPr/>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8E509037-4CE1-ED5D-C6FC-8CA081A0A39F}"/>
              </a:ext>
            </a:extLst>
          </p:cNvPr>
          <p:cNvGrpSpPr/>
          <p:nvPr/>
        </p:nvGrpSpPr>
        <p:grpSpPr>
          <a:xfrm>
            <a:off x="58527" y="54292"/>
            <a:ext cx="2869771" cy="1563379"/>
            <a:chOff x="44879" y="27296"/>
            <a:chExt cx="2869771" cy="1563379"/>
          </a:xfrm>
          <a:solidFill>
            <a:srgbClr val="0072FF"/>
          </a:solidFill>
        </p:grpSpPr>
        <p:cxnSp>
          <p:nvCxnSpPr>
            <p:cNvPr id="9" name="Straight Connector 8">
              <a:extLst>
                <a:ext uri="{FF2B5EF4-FFF2-40B4-BE49-F238E27FC236}">
                  <a16:creationId xmlns:a16="http://schemas.microsoft.com/office/drawing/2014/main" id="{70B4ADA5-DE61-CAE3-8EC7-FC27E8BC1D55}"/>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E7213C0-7CE0-59BB-B719-DC871B564E8C}"/>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4AE7820-5FA4-F879-12FF-D34B0A957EF6}"/>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2" name="Isosceles Triangle 12">
            <a:extLst>
              <a:ext uri="{FF2B5EF4-FFF2-40B4-BE49-F238E27FC236}">
                <a16:creationId xmlns:a16="http://schemas.microsoft.com/office/drawing/2014/main" id="{17B543D4-758D-BD1C-FCD1-D6196FEF3479}"/>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7BE735-40A7-63BD-ABCF-0C393CEC8682}"/>
              </a:ext>
            </a:extLst>
          </p:cNvPr>
          <p:cNvSpPr>
            <a:spLocks noGrp="1"/>
          </p:cNvSpPr>
          <p:nvPr>
            <p:ph type="title" hasCustomPrompt="1"/>
          </p:nvPr>
        </p:nvSpPr>
        <p:spPr>
          <a:xfrm>
            <a:off x="774146" y="202009"/>
            <a:ext cx="3932227" cy="1698043"/>
          </a:xfrm>
        </p:spPr>
        <p:txBody>
          <a:bodyPr>
            <a:noAutofit/>
          </a:bodyPr>
          <a:lstStyle>
            <a:lvl1pPr>
              <a:lnSpc>
                <a:spcPct val="120000"/>
              </a:lnSpc>
              <a:spcBef>
                <a:spcPts val="200"/>
              </a:spcBef>
              <a:spcAft>
                <a:spcPts val="200"/>
              </a:spcAft>
              <a:defRPr sz="4000"/>
            </a:lvl1pPr>
          </a:lstStyle>
          <a:p>
            <a:r>
              <a:rPr lang="en-US" dirty="0" err="1"/>
              <a:t>Nhập</a:t>
            </a:r>
            <a:r>
              <a:rPr lang="en-US" dirty="0"/>
              <a:t> </a:t>
            </a:r>
            <a:r>
              <a:rPr lang="en-US" dirty="0" err="1"/>
              <a:t>tiêu</a:t>
            </a:r>
            <a:r>
              <a:rPr lang="en-US" dirty="0"/>
              <a:t> </a:t>
            </a:r>
            <a:r>
              <a:rPr lang="en-US" dirty="0" err="1"/>
              <a:t>đề</a:t>
            </a:r>
            <a:endParaRPr lang="en-VN" dirty="0"/>
          </a:p>
        </p:txBody>
      </p:sp>
      <p:sp>
        <p:nvSpPr>
          <p:cNvPr id="3" name="Content Placeholder 2">
            <a:extLst>
              <a:ext uri="{FF2B5EF4-FFF2-40B4-BE49-F238E27FC236}">
                <a16:creationId xmlns:a16="http://schemas.microsoft.com/office/drawing/2014/main" id="{1923943F-B5CB-101B-ED28-FD0D9E84E1C1}"/>
              </a:ext>
            </a:extLst>
          </p:cNvPr>
          <p:cNvSpPr>
            <a:spLocks noGrp="1"/>
          </p:cNvSpPr>
          <p:nvPr>
            <p:ph idx="1" hasCustomPrompt="1"/>
          </p:nvPr>
        </p:nvSpPr>
        <p:spPr>
          <a:xfrm>
            <a:off x="774144" y="2113808"/>
            <a:ext cx="3932227" cy="4063156"/>
          </a:xfrm>
        </p:spPr>
        <p:txBody>
          <a:bodyPr/>
          <a:lstStyle>
            <a:lvl1pPr algn="just">
              <a:lnSpc>
                <a:spcPct val="130000"/>
              </a:lnSpc>
              <a:spcBef>
                <a:spcPts val="300"/>
              </a:spcBef>
              <a:spcAft>
                <a:spcPts val="300"/>
              </a:spcAft>
              <a:defRPr>
                <a:latin typeface="Arial" panose="020B0604020202020204" pitchFamily="34" charset="0"/>
                <a:cs typeface="Arial" panose="020B0604020202020204" pitchFamily="34" charset="0"/>
              </a:defRPr>
            </a:lvl1pPr>
            <a:lvl2pPr algn="just">
              <a:lnSpc>
                <a:spcPct val="130000"/>
              </a:lnSpc>
              <a:spcBef>
                <a:spcPts val="300"/>
              </a:spcBef>
              <a:spcAft>
                <a:spcPts val="300"/>
              </a:spcAft>
              <a:defRPr>
                <a:latin typeface="Arial" panose="020B0604020202020204" pitchFamily="34" charset="0"/>
                <a:cs typeface="Arial" panose="020B0604020202020204" pitchFamily="34" charset="0"/>
              </a:defRPr>
            </a:lvl2pPr>
            <a:lvl3pPr algn="just">
              <a:lnSpc>
                <a:spcPct val="130000"/>
              </a:lnSpc>
              <a:spcBef>
                <a:spcPts val="300"/>
              </a:spcBef>
              <a:spcAft>
                <a:spcPts val="300"/>
              </a:spcAft>
              <a:defRPr>
                <a:latin typeface="Arial" panose="020B0604020202020204" pitchFamily="34" charset="0"/>
                <a:cs typeface="Arial" panose="020B0604020202020204" pitchFamily="34" charset="0"/>
              </a:defRPr>
            </a:lvl3pPr>
            <a:lvl4pPr algn="just">
              <a:lnSpc>
                <a:spcPct val="130000"/>
              </a:lnSpc>
              <a:spcBef>
                <a:spcPts val="300"/>
              </a:spcBef>
              <a:spcAft>
                <a:spcPts val="300"/>
              </a:spcAft>
              <a:defRPr>
                <a:latin typeface="Arial" panose="020B0604020202020204" pitchFamily="34" charset="0"/>
                <a:cs typeface="Arial" panose="020B0604020202020204" pitchFamily="34" charset="0"/>
              </a:defRPr>
            </a:lvl4pPr>
            <a:lvl5pPr algn="just">
              <a:lnSpc>
                <a:spcPct val="130000"/>
              </a:lnSpc>
              <a:spcBef>
                <a:spcPts val="300"/>
              </a:spcBef>
              <a:spcAft>
                <a:spcPts val="300"/>
              </a:spcAft>
              <a:defRPr>
                <a:latin typeface="Arial" panose="020B0604020202020204" pitchFamily="34" charset="0"/>
                <a:cs typeface="Arial" panose="020B0604020202020204" pitchFamily="34" charset="0"/>
              </a:defRPr>
            </a:lvl5pPr>
          </a:lstStyle>
          <a:p>
            <a:pPr lvl="0"/>
            <a:r>
              <a:rPr lang="en-US" dirty="0" err="1"/>
              <a:t>Nhập</a:t>
            </a:r>
            <a:r>
              <a:rPr lang="en-US" dirty="0"/>
              <a:t> </a:t>
            </a:r>
            <a:r>
              <a:rPr lang="en-US" dirty="0" err="1"/>
              <a:t>nội</a:t>
            </a:r>
            <a:r>
              <a:rPr lang="en-US" dirty="0"/>
              <a:t> dung</a:t>
            </a:r>
            <a:endParaRPr lang="en-VN" dirty="0"/>
          </a:p>
        </p:txBody>
      </p:sp>
      <p:sp>
        <p:nvSpPr>
          <p:cNvPr id="5" name="Footer Placeholder 4">
            <a:extLst>
              <a:ext uri="{FF2B5EF4-FFF2-40B4-BE49-F238E27FC236}">
                <a16:creationId xmlns:a16="http://schemas.microsoft.com/office/drawing/2014/main" id="{A269E902-5084-53A0-D082-6066977D82D2}"/>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grpSp>
        <p:nvGrpSpPr>
          <p:cNvPr id="20" name="Group 19">
            <a:extLst>
              <a:ext uri="{FF2B5EF4-FFF2-40B4-BE49-F238E27FC236}">
                <a16:creationId xmlns:a16="http://schemas.microsoft.com/office/drawing/2014/main" id="{7686288E-7104-5D70-BEE0-35C308EBDA64}"/>
              </a:ext>
            </a:extLst>
          </p:cNvPr>
          <p:cNvGrpSpPr/>
          <p:nvPr/>
        </p:nvGrpSpPr>
        <p:grpSpPr>
          <a:xfrm>
            <a:off x="16026" y="4629289"/>
            <a:ext cx="434350" cy="2228711"/>
            <a:chOff x="16026" y="4629289"/>
            <a:chExt cx="434350" cy="2228711"/>
          </a:xfrm>
          <a:gradFill flip="none" rotWithShape="1">
            <a:gsLst>
              <a:gs pos="0">
                <a:srgbClr val="0072FF"/>
              </a:gs>
              <a:gs pos="100000">
                <a:srgbClr val="00C6FF">
                  <a:alpha val="0"/>
                </a:srgbClr>
              </a:gs>
            </a:gsLst>
            <a:lin ang="16200000" scaled="1"/>
            <a:tileRect/>
          </a:gradFill>
        </p:grpSpPr>
        <p:sp>
          <p:nvSpPr>
            <p:cNvPr id="23" name="Rectangle 22">
              <a:extLst>
                <a:ext uri="{FF2B5EF4-FFF2-40B4-BE49-F238E27FC236}">
                  <a16:creationId xmlns:a16="http://schemas.microsoft.com/office/drawing/2014/main" id="{A13CBF57-2F7D-2F8B-E033-48DD98A5DC35}"/>
                </a:ext>
              </a:extLst>
            </p:cNvPr>
            <p:cNvSpPr/>
            <p:nvPr userDrawn="1"/>
          </p:nvSpPr>
          <p:spPr>
            <a:xfrm>
              <a:off x="16026" y="4629289"/>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CD65719-8246-A233-C1B4-DB819BF7BDF6}"/>
                </a:ext>
              </a:extLst>
            </p:cNvPr>
            <p:cNvSpPr/>
            <p:nvPr userDrawn="1"/>
          </p:nvSpPr>
          <p:spPr>
            <a:xfrm>
              <a:off x="16026" y="5005641"/>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1304AFD-95A6-09D5-127B-FE511B7DAAFF}"/>
                </a:ext>
              </a:extLst>
            </p:cNvPr>
            <p:cNvSpPr/>
            <p:nvPr userDrawn="1"/>
          </p:nvSpPr>
          <p:spPr>
            <a:xfrm>
              <a:off x="16026" y="5381993"/>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6" name="Rectangle 25">
              <a:extLst>
                <a:ext uri="{FF2B5EF4-FFF2-40B4-BE49-F238E27FC236}">
                  <a16:creationId xmlns:a16="http://schemas.microsoft.com/office/drawing/2014/main" id="{790A148C-3EA2-CE72-6D2A-813DD2AE8F6A}"/>
                </a:ext>
              </a:extLst>
            </p:cNvPr>
            <p:cNvSpPr/>
            <p:nvPr userDrawn="1"/>
          </p:nvSpPr>
          <p:spPr>
            <a:xfrm>
              <a:off x="16026" y="5758345"/>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F847E55-C751-3276-D97D-327FE6F09B70}"/>
                </a:ext>
              </a:extLst>
            </p:cNvPr>
            <p:cNvSpPr/>
            <p:nvPr userDrawn="1"/>
          </p:nvSpPr>
          <p:spPr>
            <a:xfrm>
              <a:off x="16026" y="6134697"/>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84BC8C50-583B-E3C0-3421-61D6D2869653}"/>
                </a:ext>
              </a:extLst>
            </p:cNvPr>
            <p:cNvSpPr/>
            <p:nvPr userDrawn="1"/>
          </p:nvSpPr>
          <p:spPr>
            <a:xfrm>
              <a:off x="16026" y="6511050"/>
              <a:ext cx="434350" cy="346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4" name="Date Placeholder 3">
            <a:extLst>
              <a:ext uri="{FF2B5EF4-FFF2-40B4-BE49-F238E27FC236}">
                <a16:creationId xmlns:a16="http://schemas.microsoft.com/office/drawing/2014/main" id="{85952F19-40DF-B11E-2E00-94556129CFC5}"/>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December 5, 2024</a:t>
            </a:fld>
            <a:endParaRPr lang="en-VN"/>
          </a:p>
        </p:txBody>
      </p:sp>
      <p:sp>
        <p:nvSpPr>
          <p:cNvPr id="18" name="Freeform 17">
            <a:extLst>
              <a:ext uri="{FF2B5EF4-FFF2-40B4-BE49-F238E27FC236}">
                <a16:creationId xmlns:a16="http://schemas.microsoft.com/office/drawing/2014/main" id="{1ABD6798-E834-079A-9087-6CCE6DC47A1C}"/>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17" name="Oval 16">
            <a:extLst>
              <a:ext uri="{FF2B5EF4-FFF2-40B4-BE49-F238E27FC236}">
                <a16:creationId xmlns:a16="http://schemas.microsoft.com/office/drawing/2014/main" id="{352054BC-1463-3EF3-7931-D0745EFC8FB2}"/>
              </a:ext>
            </a:extLst>
          </p:cNvPr>
          <p:cNvSpPr/>
          <p:nvPr/>
        </p:nvSpPr>
        <p:spPr>
          <a:xfrm>
            <a:off x="92963" y="6542941"/>
            <a:ext cx="280476" cy="28047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30B647E7-265A-EC77-C304-8D4B5EFE754E}"/>
              </a:ext>
            </a:extLst>
          </p:cNvPr>
          <p:cNvSpPr>
            <a:spLocks noGrp="1"/>
          </p:cNvSpPr>
          <p:nvPr>
            <p:ph type="sldNum" sz="quarter" idx="12"/>
          </p:nvPr>
        </p:nvSpPr>
        <p:spPr>
          <a:xfrm>
            <a:off x="58380" y="6508358"/>
            <a:ext cx="349642" cy="349642"/>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grpSp>
        <p:nvGrpSpPr>
          <p:cNvPr id="21" name="Group 20">
            <a:extLst>
              <a:ext uri="{FF2B5EF4-FFF2-40B4-BE49-F238E27FC236}">
                <a16:creationId xmlns:a16="http://schemas.microsoft.com/office/drawing/2014/main" id="{D3059818-F2F3-5F00-003B-4650C290CEFC}"/>
              </a:ext>
            </a:extLst>
          </p:cNvPr>
          <p:cNvGrpSpPr/>
          <p:nvPr/>
        </p:nvGrpSpPr>
        <p:grpSpPr>
          <a:xfrm flipH="1" flipV="1">
            <a:off x="9265363" y="5246044"/>
            <a:ext cx="2869771" cy="1563379"/>
            <a:chOff x="44879" y="27296"/>
            <a:chExt cx="2869771" cy="1563379"/>
          </a:xfrm>
          <a:solidFill>
            <a:srgbClr val="0072FF"/>
          </a:solidFill>
        </p:grpSpPr>
        <p:cxnSp>
          <p:nvCxnSpPr>
            <p:cNvPr id="30" name="Straight Connector 29">
              <a:extLst>
                <a:ext uri="{FF2B5EF4-FFF2-40B4-BE49-F238E27FC236}">
                  <a16:creationId xmlns:a16="http://schemas.microsoft.com/office/drawing/2014/main" id="{BC135FD3-225C-A927-B168-37E0DE28D2BB}"/>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55F90AC-58AB-1346-F7A3-D261F78FE4D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9DD7A6-464F-211A-A59E-C702305F6D84}"/>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5" name="Picture Placeholder 14">
            <a:extLst>
              <a:ext uri="{FF2B5EF4-FFF2-40B4-BE49-F238E27FC236}">
                <a16:creationId xmlns:a16="http://schemas.microsoft.com/office/drawing/2014/main" id="{9AE9790B-4A7F-B016-57E9-8F5F385CF84E}"/>
              </a:ext>
            </a:extLst>
          </p:cNvPr>
          <p:cNvSpPr>
            <a:spLocks noGrp="1"/>
          </p:cNvSpPr>
          <p:nvPr>
            <p:ph type="pic" sz="quarter" idx="14" hasCustomPrompt="1"/>
          </p:nvPr>
        </p:nvSpPr>
        <p:spPr>
          <a:xfrm>
            <a:off x="5160373" y="202009"/>
            <a:ext cx="6237261" cy="5976999"/>
          </a:xfrm>
          <a:prstGeom prst="roundRect">
            <a:avLst>
              <a:gd name="adj" fmla="val 574"/>
            </a:avLst>
          </a:prstGeom>
        </p:spPr>
        <p:txBody>
          <a:bodyPr/>
          <a:lstStyle>
            <a:lvl1pPr>
              <a:lnSpc>
                <a:spcPct val="130000"/>
              </a:lnSpc>
              <a:spcBef>
                <a:spcPts val="300"/>
              </a:spcBef>
              <a:spcAft>
                <a:spcPts val="300"/>
              </a:spcAft>
              <a:defRPr>
                <a:latin typeface="Arial" panose="020B0604020202020204" pitchFamily="34" charset="0"/>
                <a:cs typeface="Arial" panose="020B0604020202020204" pitchFamily="34" charset="0"/>
              </a:defRPr>
            </a:lvl1pPr>
          </a:lstStyle>
          <a:p>
            <a:r>
              <a:rPr lang="en-VN" dirty="0"/>
              <a:t>Hình ảnh</a:t>
            </a:r>
          </a:p>
        </p:txBody>
      </p:sp>
    </p:spTree>
    <p:extLst>
      <p:ext uri="{BB962C8B-B14F-4D97-AF65-F5344CB8AC3E}">
        <p14:creationId xmlns:p14="http://schemas.microsoft.com/office/powerpoint/2010/main" val="3608002983"/>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rang trong 1">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69" name="Oval 68">
            <a:extLst>
              <a:ext uri="{FF2B5EF4-FFF2-40B4-BE49-F238E27FC236}">
                <a16:creationId xmlns:a16="http://schemas.microsoft.com/office/drawing/2014/main" id="{18EDBFE5-F6A7-D377-B524-2A5E293A8580}"/>
              </a:ext>
            </a:extLst>
          </p:cNvPr>
          <p:cNvSpPr/>
          <p:nvPr/>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
        <p:nvSpPr>
          <p:cNvPr id="75" name="Isosceles Triangle 12">
            <a:extLst>
              <a:ext uri="{FF2B5EF4-FFF2-40B4-BE49-F238E27FC236}">
                <a16:creationId xmlns:a16="http://schemas.microsoft.com/office/drawing/2014/main" id="{A388E1C1-619D-B3DE-405E-FEBD285E8A4D}"/>
              </a:ext>
            </a:extLst>
          </p:cNvPr>
          <p:cNvSpPr/>
          <p:nvPr/>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3" name="Freeform 2">
            <a:extLst>
              <a:ext uri="{FF2B5EF4-FFF2-40B4-BE49-F238E27FC236}">
                <a16:creationId xmlns:a16="http://schemas.microsoft.com/office/drawing/2014/main" id="{B50720F1-D33A-570A-ED4C-A35648E701D3}"/>
              </a:ext>
            </a:extLst>
          </p:cNvPr>
          <p:cNvSpPr/>
          <p:nvPr/>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rgbClr val="376DB5"/>
          </a:solidFill>
          <a:ln w="2090" cap="flat">
            <a:noFill/>
            <a:prstDash val="solid"/>
            <a:miter/>
          </a:ln>
        </p:spPr>
        <p:txBody>
          <a:bodyPr rtlCol="0" anchor="ctr"/>
          <a:lstStyle/>
          <a:p>
            <a:endParaRPr lang="en-VN"/>
          </a:p>
        </p:txBody>
      </p:sp>
      <p:sp>
        <p:nvSpPr>
          <p:cNvPr id="71" name="Footer Placeholder 4">
            <a:extLst>
              <a:ext uri="{FF2B5EF4-FFF2-40B4-BE49-F238E27FC236}">
                <a16:creationId xmlns:a16="http://schemas.microsoft.com/office/drawing/2014/main" id="{AAAD69AF-EC8B-72EE-4E78-98A3BACFC70B}"/>
              </a:ext>
            </a:extLst>
          </p:cNvPr>
          <p:cNvSpPr>
            <a:spLocks noGrp="1"/>
          </p:cNvSpPr>
          <p:nvPr>
            <p:ph type="ftr" sz="quarter" idx="11"/>
          </p:nvPr>
        </p:nvSpPr>
        <p:spPr>
          <a:xfrm>
            <a:off x="774146" y="6475620"/>
            <a:ext cx="4311788" cy="263110"/>
          </a:xfrm>
        </p:spPr>
        <p:txBody>
          <a:bodyPr/>
          <a:lstStyle>
            <a:lvl1pPr marL="0" algn="l" defTabSz="914400" rtl="0" eaLnBrk="1" latinLnBrk="0" hangingPunct="1">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en-VN"/>
          </a:p>
        </p:txBody>
      </p:sp>
      <p:sp>
        <p:nvSpPr>
          <p:cNvPr id="72" name="Date Placeholder 3">
            <a:extLst>
              <a:ext uri="{FF2B5EF4-FFF2-40B4-BE49-F238E27FC236}">
                <a16:creationId xmlns:a16="http://schemas.microsoft.com/office/drawing/2014/main" id="{E08B9789-E935-79BF-7612-287E195CA82E}"/>
              </a:ext>
            </a:extLst>
          </p:cNvPr>
          <p:cNvSpPr>
            <a:spLocks noGrp="1"/>
          </p:cNvSpPr>
          <p:nvPr>
            <p:ph type="dt" sz="half" idx="13"/>
          </p:nvPr>
        </p:nvSpPr>
        <p:spPr>
          <a:xfrm>
            <a:off x="6447446" y="6475620"/>
            <a:ext cx="2090098" cy="263110"/>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t>December 5, 2024</a:t>
            </a:fld>
            <a:endParaRPr lang="en-VN"/>
          </a:p>
        </p:txBody>
      </p:sp>
    </p:spTree>
    <p:extLst>
      <p:ext uri="{BB962C8B-B14F-4D97-AF65-F5344CB8AC3E}">
        <p14:creationId xmlns:p14="http://schemas.microsoft.com/office/powerpoint/2010/main" val="2475135203"/>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rang trong 2">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E1CB305D-8829-8A5C-C77A-F06CC22D3171}"/>
              </a:ext>
            </a:extLst>
          </p:cNvPr>
          <p:cNvSpPr/>
          <p:nvPr/>
        </p:nvSpPr>
        <p:spPr>
          <a:xfrm>
            <a:off x="22186" y="6583140"/>
            <a:ext cx="233916" cy="233916"/>
          </a:xfrm>
          <a:prstGeom prst="ellipse">
            <a:avLst/>
          </a:prstGeom>
          <a:gradFill flip="none" rotWithShape="1">
            <a:gsLst>
              <a:gs pos="0">
                <a:srgbClr val="0072FF"/>
              </a:gs>
              <a:gs pos="99000">
                <a:srgbClr val="00C6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solidFill>
                <a:schemeClr val="bg1"/>
              </a:solidFill>
              <a:latin typeface="Arial" panose="020B0604020202020204" pitchFamily="34" charset="0"/>
              <a:cs typeface="Arial" panose="020B0604020202020204" pitchFamily="34" charset="0"/>
            </a:endParaRPr>
          </a:p>
        </p:txBody>
      </p:sp>
      <p:sp>
        <p:nvSpPr>
          <p:cNvPr id="3" name="Slide Number Placeholder 4">
            <a:extLst>
              <a:ext uri="{FF2B5EF4-FFF2-40B4-BE49-F238E27FC236}">
                <a16:creationId xmlns:a16="http://schemas.microsoft.com/office/drawing/2014/main" id="{9B213357-208D-5A7C-6EC3-620968ABB590}"/>
              </a:ext>
            </a:extLst>
          </p:cNvPr>
          <p:cNvSpPr>
            <a:spLocks noGrp="1"/>
          </p:cNvSpPr>
          <p:nvPr>
            <p:ph type="sldNum" sz="quarter" idx="12"/>
          </p:nvPr>
        </p:nvSpPr>
        <p:spPr>
          <a:xfrm>
            <a:off x="-2005" y="6566400"/>
            <a:ext cx="291600" cy="291600"/>
          </a:xfrm>
        </p:spPr>
        <p:txBody>
          <a:bodyPr/>
          <a:lstStyle>
            <a:lvl1pPr algn="ctr">
              <a:defRPr lang="en-VN" sz="700" kern="1200" smtClean="0">
                <a:solidFill>
                  <a:schemeClr val="bg1"/>
                </a:solidFill>
                <a:latin typeface="Arial" panose="020B0604020202020204" pitchFamily="34" charset="0"/>
                <a:ea typeface="+mn-ea"/>
                <a:cs typeface="Arial" panose="020B0604020202020204" pitchFamily="34" charset="0"/>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4039354553"/>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êu đề chương">
    <p:spTree>
      <p:nvGrpSpPr>
        <p:cNvPr id="1" name=""/>
        <p:cNvGrpSpPr/>
        <p:nvPr/>
      </p:nvGrpSpPr>
      <p:grpSpPr>
        <a:xfrm>
          <a:off x="0" y="0"/>
          <a:ext cx="0" cy="0"/>
          <a:chOff x="0" y="0"/>
          <a:chExt cx="0" cy="0"/>
        </a:xfrm>
      </p:grpSpPr>
      <p:pic>
        <p:nvPicPr>
          <p:cNvPr id="6" name="Picture 5" descr="Background pattern&#10;&#10;Description automatically generated">
            <a:extLst>
              <a:ext uri="{FF2B5EF4-FFF2-40B4-BE49-F238E27FC236}">
                <a16:creationId xmlns:a16="http://schemas.microsoft.com/office/drawing/2014/main" id="{76021CEA-9826-5DD2-8F9F-FCB0E58DFFA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
            <a:ext cx="12192001" cy="6854889"/>
          </a:xfrm>
          <a:prstGeom prst="rect">
            <a:avLst/>
          </a:prstGeom>
        </p:spPr>
      </p:pic>
      <p:sp>
        <p:nvSpPr>
          <p:cNvPr id="7" name="Rectangle 6">
            <a:extLst>
              <a:ext uri="{FF2B5EF4-FFF2-40B4-BE49-F238E27FC236}">
                <a16:creationId xmlns:a16="http://schemas.microsoft.com/office/drawing/2014/main" id="{70A8EA08-4ACD-C298-69F2-2D88060DD062}"/>
              </a:ext>
            </a:extLst>
          </p:cNvPr>
          <p:cNvSpPr/>
          <p:nvPr userDrawn="1"/>
        </p:nvSpPr>
        <p:spPr>
          <a:xfrm>
            <a:off x="0" y="0"/>
            <a:ext cx="12192000" cy="6858000"/>
          </a:xfrm>
          <a:prstGeom prst="rect">
            <a:avLst/>
          </a:prstGeom>
          <a:gradFill flip="none" rotWithShape="1">
            <a:gsLst>
              <a:gs pos="0">
                <a:srgbClr val="0A4671">
                  <a:alpha val="75000"/>
                </a:srgbClr>
              </a:gs>
              <a:gs pos="100000">
                <a:srgbClr val="0A467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050A66F8-E091-9C03-CD6B-317D0180ADDD}"/>
              </a:ext>
            </a:extLst>
          </p:cNvPr>
          <p:cNvSpPr/>
          <p:nvPr userDrawn="1"/>
        </p:nvSpPr>
        <p:spPr>
          <a:xfrm>
            <a:off x="16026" y="4629289"/>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6A5F01B-1418-7515-A2D9-40BE42BE32BD}"/>
              </a:ext>
            </a:extLst>
          </p:cNvPr>
          <p:cNvSpPr/>
          <p:nvPr userDrawn="1"/>
        </p:nvSpPr>
        <p:spPr>
          <a:xfrm>
            <a:off x="16026" y="5005641"/>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A161D7-9C70-83EF-EE51-E59464E9FF79}"/>
              </a:ext>
            </a:extLst>
          </p:cNvPr>
          <p:cNvSpPr/>
          <p:nvPr userDrawn="1"/>
        </p:nvSpPr>
        <p:spPr>
          <a:xfrm>
            <a:off x="16026" y="5381993"/>
            <a:ext cx="434350" cy="346950"/>
          </a:xfrm>
          <a:prstGeom prst="rect">
            <a:avLst/>
          </a:prstGeom>
          <a:solidFill>
            <a:srgbClr val="00F7FF"/>
          </a:solid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794F566-E8F9-197C-FC4C-0E96F2163AA2}"/>
              </a:ext>
            </a:extLst>
          </p:cNvPr>
          <p:cNvSpPr/>
          <p:nvPr userDrawn="1"/>
        </p:nvSpPr>
        <p:spPr>
          <a:xfrm>
            <a:off x="16026" y="5758345"/>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20CF87-B708-06C0-11BA-20052748E49F}"/>
              </a:ext>
            </a:extLst>
          </p:cNvPr>
          <p:cNvSpPr/>
          <p:nvPr userDrawn="1"/>
        </p:nvSpPr>
        <p:spPr>
          <a:xfrm>
            <a:off x="16026" y="6134697"/>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2E2ADF-9658-9B1B-7EA8-E37B1FC3CB44}"/>
              </a:ext>
            </a:extLst>
          </p:cNvPr>
          <p:cNvSpPr/>
          <p:nvPr userDrawn="1"/>
        </p:nvSpPr>
        <p:spPr>
          <a:xfrm>
            <a:off x="16026" y="6511050"/>
            <a:ext cx="434350" cy="346950"/>
          </a:xfrm>
          <a:prstGeom prst="rect">
            <a:avLst/>
          </a:prstGeom>
          <a:noFill/>
          <a:ln>
            <a:solidFill>
              <a:srgbClr val="00F7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2">
            <a:extLst>
              <a:ext uri="{FF2B5EF4-FFF2-40B4-BE49-F238E27FC236}">
                <a16:creationId xmlns:a16="http://schemas.microsoft.com/office/drawing/2014/main" id="{A49F0DD3-DC56-8398-42AE-9819F17BDE3D}"/>
              </a:ext>
            </a:extLst>
          </p:cNvPr>
          <p:cNvSpPr/>
          <p:nvPr userDrawn="1"/>
        </p:nvSpPr>
        <p:spPr>
          <a:xfrm rot="10800000">
            <a:off x="0" y="0"/>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033CAF6-1926-D8C9-805D-C62294874052}"/>
              </a:ext>
            </a:extLst>
          </p:cNvPr>
          <p:cNvGrpSpPr/>
          <p:nvPr userDrawn="1"/>
        </p:nvGrpSpPr>
        <p:grpSpPr>
          <a:xfrm>
            <a:off x="58527" y="40944"/>
            <a:ext cx="2869771" cy="1563379"/>
            <a:chOff x="44879" y="27296"/>
            <a:chExt cx="2869771" cy="1563379"/>
          </a:xfrm>
          <a:solidFill>
            <a:srgbClr val="0072FF"/>
          </a:solidFill>
        </p:grpSpPr>
        <p:cxnSp>
          <p:nvCxnSpPr>
            <p:cNvPr id="20" name="Straight Connector 19">
              <a:extLst>
                <a:ext uri="{FF2B5EF4-FFF2-40B4-BE49-F238E27FC236}">
                  <a16:creationId xmlns:a16="http://schemas.microsoft.com/office/drawing/2014/main" id="{70625E9E-73EA-1C70-6330-DACC8A9A20A2}"/>
                </a:ext>
              </a:extLst>
            </p:cNvPr>
            <p:cNvCxnSpPr>
              <a:cxnSpLocks/>
            </p:cNvCxnSpPr>
            <p:nvPr/>
          </p:nvCxnSpPr>
          <p:spPr>
            <a:xfrm flipH="1">
              <a:off x="766351" y="34631"/>
              <a:ext cx="2148299" cy="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225C7FE-6858-40F1-0A49-2AD56C0D4925}"/>
                </a:ext>
              </a:extLst>
            </p:cNvPr>
            <p:cNvCxnSpPr>
              <a:cxnSpLocks/>
            </p:cNvCxnSpPr>
            <p:nvPr/>
          </p:nvCxnSpPr>
          <p:spPr>
            <a:xfrm flipH="1">
              <a:off x="44879" y="27296"/>
              <a:ext cx="737495" cy="644210"/>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FBED07-28E7-32D7-F629-E50519173585}"/>
                </a:ext>
              </a:extLst>
            </p:cNvPr>
            <p:cNvCxnSpPr>
              <a:cxnSpLocks/>
            </p:cNvCxnSpPr>
            <p:nvPr/>
          </p:nvCxnSpPr>
          <p:spPr>
            <a:xfrm flipV="1">
              <a:off x="52214" y="654128"/>
              <a:ext cx="0" cy="936547"/>
            </a:xfrm>
            <a:prstGeom prst="line">
              <a:avLst/>
            </a:prstGeom>
            <a:grpFill/>
            <a:ln w="38100">
              <a:solidFill>
                <a:srgbClr val="00F7FF"/>
              </a:solidFill>
            </a:ln>
          </p:spPr>
          <p:style>
            <a:lnRef idx="1">
              <a:schemeClr val="accent1"/>
            </a:lnRef>
            <a:fillRef idx="0">
              <a:schemeClr val="accent1"/>
            </a:fillRef>
            <a:effectRef idx="0">
              <a:schemeClr val="accent1"/>
            </a:effectRef>
            <a:fontRef idx="minor">
              <a:schemeClr val="tx1"/>
            </a:fontRef>
          </p:style>
        </p:cxnSp>
      </p:grpSp>
      <p:sp>
        <p:nvSpPr>
          <p:cNvPr id="23" name="Isosceles Triangle 12">
            <a:extLst>
              <a:ext uri="{FF2B5EF4-FFF2-40B4-BE49-F238E27FC236}">
                <a16:creationId xmlns:a16="http://schemas.microsoft.com/office/drawing/2014/main" id="{5DB9FA21-5387-C238-85F9-516A2379F6C0}"/>
              </a:ext>
            </a:extLst>
          </p:cNvPr>
          <p:cNvSpPr/>
          <p:nvPr userDrawn="1"/>
        </p:nvSpPr>
        <p:spPr>
          <a:xfrm rot="10800000" flipH="1" flipV="1">
            <a:off x="11476383" y="6241089"/>
            <a:ext cx="715617" cy="616911"/>
          </a:xfrm>
          <a:prstGeom prst="triangle">
            <a:avLst>
              <a:gd name="adj" fmla="val 100000"/>
            </a:avLst>
          </a:prstGeom>
          <a:solidFill>
            <a:srgbClr val="00F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DFCC0B98-57DA-D911-8CE1-C15A09E2C7EC}"/>
              </a:ext>
            </a:extLst>
          </p:cNvPr>
          <p:cNvGrpSpPr/>
          <p:nvPr userDrawn="1"/>
        </p:nvGrpSpPr>
        <p:grpSpPr>
          <a:xfrm flipH="1" flipV="1">
            <a:off x="9263702" y="5253677"/>
            <a:ext cx="2869771" cy="1563379"/>
            <a:chOff x="44879" y="27296"/>
            <a:chExt cx="2869771" cy="1563379"/>
          </a:xfrm>
          <a:solidFill>
            <a:srgbClr val="0072FF"/>
          </a:solidFill>
        </p:grpSpPr>
        <p:cxnSp>
          <p:nvCxnSpPr>
            <p:cNvPr id="25" name="Straight Connector 24">
              <a:extLst>
                <a:ext uri="{FF2B5EF4-FFF2-40B4-BE49-F238E27FC236}">
                  <a16:creationId xmlns:a16="http://schemas.microsoft.com/office/drawing/2014/main" id="{8B160133-C90F-5924-8C1C-D5FAECA895FD}"/>
                </a:ext>
              </a:extLst>
            </p:cNvPr>
            <p:cNvCxnSpPr>
              <a:cxnSpLocks/>
            </p:cNvCxnSpPr>
            <p:nvPr/>
          </p:nvCxnSpPr>
          <p:spPr>
            <a:xfrm flipH="1">
              <a:off x="766351" y="34631"/>
              <a:ext cx="2148299" cy="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5892685-43A4-5ED1-12EC-FAE1547CC149}"/>
                </a:ext>
              </a:extLst>
            </p:cNvPr>
            <p:cNvCxnSpPr>
              <a:cxnSpLocks/>
            </p:cNvCxnSpPr>
            <p:nvPr/>
          </p:nvCxnSpPr>
          <p:spPr>
            <a:xfrm flipH="1">
              <a:off x="44879" y="27296"/>
              <a:ext cx="737495" cy="644210"/>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92B5B59-89DB-8D47-B8D4-6475631C5C47}"/>
                </a:ext>
              </a:extLst>
            </p:cNvPr>
            <p:cNvCxnSpPr>
              <a:cxnSpLocks/>
            </p:cNvCxnSpPr>
            <p:nvPr/>
          </p:nvCxnSpPr>
          <p:spPr>
            <a:xfrm flipV="1">
              <a:off x="52214" y="654128"/>
              <a:ext cx="0" cy="936547"/>
            </a:xfrm>
            <a:prstGeom prst="line">
              <a:avLst/>
            </a:prstGeom>
            <a:grpFill/>
            <a:ln w="38100" cap="rnd">
              <a:solidFill>
                <a:srgbClr val="00F7FF"/>
              </a:solidFill>
              <a:round/>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D48BE0DC-C12B-7B32-5521-E1BCC5CB89B7}"/>
              </a:ext>
            </a:extLst>
          </p:cNvPr>
          <p:cNvSpPr/>
          <p:nvPr/>
        </p:nvSpPr>
        <p:spPr>
          <a:xfrm>
            <a:off x="11928738" y="658315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31" name="Freeform 30">
            <a:extLst>
              <a:ext uri="{FF2B5EF4-FFF2-40B4-BE49-F238E27FC236}">
                <a16:creationId xmlns:a16="http://schemas.microsoft.com/office/drawing/2014/main" id="{F5D728B6-8658-2A5A-4406-097B8D68238B}"/>
              </a:ext>
            </a:extLst>
          </p:cNvPr>
          <p:cNvSpPr/>
          <p:nvPr userDrawn="1"/>
        </p:nvSpPr>
        <p:spPr>
          <a:xfrm>
            <a:off x="11589537" y="105878"/>
            <a:ext cx="489307" cy="405155"/>
          </a:xfrm>
          <a:custGeom>
            <a:avLst/>
            <a:gdLst>
              <a:gd name="connsiteX0" fmla="*/ 278290 w 489307"/>
              <a:gd name="connsiteY0" fmla="*/ 349616 h 405155"/>
              <a:gd name="connsiteX1" fmla="*/ 277683 w 489307"/>
              <a:gd name="connsiteY1" fmla="*/ 349811 h 405155"/>
              <a:gd name="connsiteX2" fmla="*/ 277976 w 489307"/>
              <a:gd name="connsiteY2" fmla="*/ 349743 h 405155"/>
              <a:gd name="connsiteX3" fmla="*/ 173116 w 489307"/>
              <a:gd name="connsiteY3" fmla="*/ 214928 h 405155"/>
              <a:gd name="connsiteX4" fmla="*/ 212561 w 489307"/>
              <a:gd name="connsiteY4" fmla="*/ 228062 h 405155"/>
              <a:gd name="connsiteX5" fmla="*/ 214259 w 489307"/>
              <a:gd name="connsiteY5" fmla="*/ 228947 h 405155"/>
              <a:gd name="connsiteX6" fmla="*/ 213316 w 489307"/>
              <a:gd name="connsiteY6" fmla="*/ 229788 h 405155"/>
              <a:gd name="connsiteX7" fmla="*/ 182086 w 489307"/>
              <a:gd name="connsiteY7" fmla="*/ 251026 h 405155"/>
              <a:gd name="connsiteX8" fmla="*/ 179990 w 489307"/>
              <a:gd name="connsiteY8" fmla="*/ 251847 h 405155"/>
              <a:gd name="connsiteX9" fmla="*/ 156055 w 489307"/>
              <a:gd name="connsiteY9" fmla="*/ 251847 h 405155"/>
              <a:gd name="connsiteX10" fmla="*/ 155132 w 489307"/>
              <a:gd name="connsiteY10" fmla="*/ 251658 h 405155"/>
              <a:gd name="connsiteX11" fmla="*/ 155384 w 489307"/>
              <a:gd name="connsiteY11" fmla="*/ 250353 h 405155"/>
              <a:gd name="connsiteX12" fmla="*/ 170328 w 489307"/>
              <a:gd name="connsiteY12" fmla="*/ 216233 h 405155"/>
              <a:gd name="connsiteX13" fmla="*/ 173116 w 489307"/>
              <a:gd name="connsiteY13" fmla="*/ 214928 h 405155"/>
              <a:gd name="connsiteX14" fmla="*/ 277908 w 489307"/>
              <a:gd name="connsiteY14" fmla="*/ 214851 h 405155"/>
              <a:gd name="connsiteX15" fmla="*/ 279966 w 489307"/>
              <a:gd name="connsiteY15" fmla="*/ 215771 h 405155"/>
              <a:gd name="connsiteX16" fmla="*/ 295308 w 489307"/>
              <a:gd name="connsiteY16" fmla="*/ 250795 h 405155"/>
              <a:gd name="connsiteX17" fmla="*/ 295434 w 489307"/>
              <a:gd name="connsiteY17" fmla="*/ 251743 h 405155"/>
              <a:gd name="connsiteX18" fmla="*/ 293925 w 489307"/>
              <a:gd name="connsiteY18" fmla="*/ 251890 h 405155"/>
              <a:gd name="connsiteX19" fmla="*/ 270870 w 489307"/>
              <a:gd name="connsiteY19" fmla="*/ 251890 h 405155"/>
              <a:gd name="connsiteX20" fmla="*/ 268250 w 489307"/>
              <a:gd name="connsiteY20" fmla="*/ 250964 h 405155"/>
              <a:gd name="connsiteX21" fmla="*/ 237502 w 489307"/>
              <a:gd name="connsiteY21" fmla="*/ 230042 h 405155"/>
              <a:gd name="connsiteX22" fmla="*/ 236245 w 489307"/>
              <a:gd name="connsiteY22" fmla="*/ 229179 h 405155"/>
              <a:gd name="connsiteX23" fmla="*/ 237251 w 489307"/>
              <a:gd name="connsiteY23" fmla="*/ 228400 h 405155"/>
              <a:gd name="connsiteX24" fmla="*/ 277870 w 489307"/>
              <a:gd name="connsiteY24" fmla="*/ 214866 h 405155"/>
              <a:gd name="connsiteX25" fmla="*/ 277908 w 489307"/>
              <a:gd name="connsiteY25" fmla="*/ 214851 h 405155"/>
              <a:gd name="connsiteX26" fmla="*/ 151422 w 489307"/>
              <a:gd name="connsiteY26" fmla="*/ 211056 h 405155"/>
              <a:gd name="connsiteX27" fmla="*/ 161566 w 489307"/>
              <a:gd name="connsiteY27" fmla="*/ 212550 h 405155"/>
              <a:gd name="connsiteX28" fmla="*/ 154797 w 489307"/>
              <a:gd name="connsiteY28" fmla="*/ 226084 h 405155"/>
              <a:gd name="connsiteX29" fmla="*/ 148886 w 489307"/>
              <a:gd name="connsiteY29" fmla="*/ 239639 h 405155"/>
              <a:gd name="connsiteX30" fmla="*/ 148530 w 489307"/>
              <a:gd name="connsiteY30" fmla="*/ 235429 h 405155"/>
              <a:gd name="connsiteX31" fmla="*/ 149641 w 489307"/>
              <a:gd name="connsiteY31" fmla="*/ 212529 h 405155"/>
              <a:gd name="connsiteX32" fmla="*/ 151422 w 489307"/>
              <a:gd name="connsiteY32" fmla="*/ 211056 h 405155"/>
              <a:gd name="connsiteX33" fmla="*/ 299584 w 489307"/>
              <a:gd name="connsiteY33" fmla="*/ 210929 h 405155"/>
              <a:gd name="connsiteX34" fmla="*/ 300800 w 489307"/>
              <a:gd name="connsiteY34" fmla="*/ 212003 h 405155"/>
              <a:gd name="connsiteX35" fmla="*/ 301680 w 489307"/>
              <a:gd name="connsiteY35" fmla="*/ 219980 h 405155"/>
              <a:gd name="connsiteX36" fmla="*/ 301701 w 489307"/>
              <a:gd name="connsiteY36" fmla="*/ 238566 h 405155"/>
              <a:gd name="connsiteX37" fmla="*/ 301701 w 489307"/>
              <a:gd name="connsiteY37" fmla="*/ 239871 h 405155"/>
              <a:gd name="connsiteX38" fmla="*/ 301093 w 489307"/>
              <a:gd name="connsiteY38" fmla="*/ 238923 h 405155"/>
              <a:gd name="connsiteX39" fmla="*/ 289000 w 489307"/>
              <a:gd name="connsiteY39" fmla="*/ 212634 h 405155"/>
              <a:gd name="connsiteX40" fmla="*/ 299584 w 489307"/>
              <a:gd name="connsiteY40" fmla="*/ 210929 h 405155"/>
              <a:gd name="connsiteX41" fmla="*/ 112605 w 489307"/>
              <a:gd name="connsiteY41" fmla="*/ 209436 h 405155"/>
              <a:gd name="connsiteX42" fmla="*/ 139224 w 489307"/>
              <a:gd name="connsiteY42" fmla="*/ 209814 h 405155"/>
              <a:gd name="connsiteX43" fmla="*/ 140397 w 489307"/>
              <a:gd name="connsiteY43" fmla="*/ 211204 h 405155"/>
              <a:gd name="connsiteX44" fmla="*/ 139475 w 489307"/>
              <a:gd name="connsiteY44" fmla="*/ 220970 h 405155"/>
              <a:gd name="connsiteX45" fmla="*/ 139454 w 489307"/>
              <a:gd name="connsiteY45" fmla="*/ 239808 h 405155"/>
              <a:gd name="connsiteX46" fmla="*/ 140670 w 489307"/>
              <a:gd name="connsiteY46" fmla="*/ 251616 h 405155"/>
              <a:gd name="connsiteX47" fmla="*/ 139077 w 489307"/>
              <a:gd name="connsiteY47" fmla="*/ 251869 h 405155"/>
              <a:gd name="connsiteX48" fmla="*/ 116671 w 489307"/>
              <a:gd name="connsiteY48" fmla="*/ 251869 h 405155"/>
              <a:gd name="connsiteX49" fmla="*/ 114156 w 489307"/>
              <a:gd name="connsiteY49" fmla="*/ 250564 h 405155"/>
              <a:gd name="connsiteX50" fmla="*/ 110174 w 489307"/>
              <a:gd name="connsiteY50" fmla="*/ 211140 h 405155"/>
              <a:gd name="connsiteX51" fmla="*/ 112605 w 489307"/>
              <a:gd name="connsiteY51" fmla="*/ 209436 h 405155"/>
              <a:gd name="connsiteX52" fmla="*/ 337584 w 489307"/>
              <a:gd name="connsiteY52" fmla="*/ 209372 h 405155"/>
              <a:gd name="connsiteX53" fmla="*/ 340539 w 489307"/>
              <a:gd name="connsiteY53" fmla="*/ 211477 h 405155"/>
              <a:gd name="connsiteX54" fmla="*/ 336348 w 489307"/>
              <a:gd name="connsiteY54" fmla="*/ 250542 h 405155"/>
              <a:gd name="connsiteX55" fmla="*/ 334252 w 489307"/>
              <a:gd name="connsiteY55" fmla="*/ 251847 h 405155"/>
              <a:gd name="connsiteX56" fmla="*/ 311070 w 489307"/>
              <a:gd name="connsiteY56" fmla="*/ 251847 h 405155"/>
              <a:gd name="connsiteX57" fmla="*/ 309918 w 489307"/>
              <a:gd name="connsiteY57" fmla="*/ 251574 h 405155"/>
              <a:gd name="connsiteX58" fmla="*/ 310735 w 489307"/>
              <a:gd name="connsiteY58" fmla="*/ 244038 h 405155"/>
              <a:gd name="connsiteX59" fmla="*/ 311154 w 489307"/>
              <a:gd name="connsiteY59" fmla="*/ 222274 h 405155"/>
              <a:gd name="connsiteX60" fmla="*/ 310169 w 489307"/>
              <a:gd name="connsiteY60" fmla="*/ 211350 h 405155"/>
              <a:gd name="connsiteX61" fmla="*/ 311343 w 489307"/>
              <a:gd name="connsiteY61" fmla="*/ 209814 h 405155"/>
              <a:gd name="connsiteX62" fmla="*/ 337584 w 489307"/>
              <a:gd name="connsiteY62" fmla="*/ 209372 h 405155"/>
              <a:gd name="connsiteX63" fmla="*/ 223837 w 489307"/>
              <a:gd name="connsiteY63" fmla="*/ 156099 h 405155"/>
              <a:gd name="connsiteX64" fmla="*/ 226772 w 489307"/>
              <a:gd name="connsiteY64" fmla="*/ 156099 h 405155"/>
              <a:gd name="connsiteX65" fmla="*/ 273260 w 489307"/>
              <a:gd name="connsiteY65" fmla="*/ 204805 h 405155"/>
              <a:gd name="connsiteX66" fmla="*/ 273909 w 489307"/>
              <a:gd name="connsiteY66" fmla="*/ 205920 h 405155"/>
              <a:gd name="connsiteX67" fmla="*/ 270220 w 489307"/>
              <a:gd name="connsiteY67" fmla="*/ 206888 h 405155"/>
              <a:gd name="connsiteX68" fmla="*/ 226667 w 489307"/>
              <a:gd name="connsiteY68" fmla="*/ 222843 h 405155"/>
              <a:gd name="connsiteX69" fmla="*/ 224005 w 489307"/>
              <a:gd name="connsiteY69" fmla="*/ 222843 h 405155"/>
              <a:gd name="connsiteX70" fmla="*/ 177664 w 489307"/>
              <a:gd name="connsiteY70" fmla="*/ 206173 h 405155"/>
              <a:gd name="connsiteX71" fmla="*/ 177014 w 489307"/>
              <a:gd name="connsiteY71" fmla="*/ 205899 h 405155"/>
              <a:gd name="connsiteX72" fmla="*/ 177433 w 489307"/>
              <a:gd name="connsiteY72" fmla="*/ 204636 h 405155"/>
              <a:gd name="connsiteX73" fmla="*/ 223837 w 489307"/>
              <a:gd name="connsiteY73" fmla="*/ 156099 h 405155"/>
              <a:gd name="connsiteX74" fmla="*/ 190281 w 489307"/>
              <a:gd name="connsiteY74" fmla="*/ 135577 h 405155"/>
              <a:gd name="connsiteX75" fmla="*/ 215432 w 489307"/>
              <a:gd name="connsiteY75" fmla="*/ 148542 h 405155"/>
              <a:gd name="connsiteX76" fmla="*/ 216732 w 489307"/>
              <a:gd name="connsiteY76" fmla="*/ 149426 h 405155"/>
              <a:gd name="connsiteX77" fmla="*/ 209459 w 489307"/>
              <a:gd name="connsiteY77" fmla="*/ 155194 h 405155"/>
              <a:gd name="connsiteX78" fmla="*/ 168022 w 489307"/>
              <a:gd name="connsiteY78" fmla="*/ 201921 h 405155"/>
              <a:gd name="connsiteX79" fmla="*/ 164501 w 489307"/>
              <a:gd name="connsiteY79" fmla="*/ 203457 h 405155"/>
              <a:gd name="connsiteX80" fmla="*/ 153539 w 489307"/>
              <a:gd name="connsiteY80" fmla="*/ 201626 h 405155"/>
              <a:gd name="connsiteX81" fmla="*/ 152051 w 489307"/>
              <a:gd name="connsiteY81" fmla="*/ 199521 h 405155"/>
              <a:gd name="connsiteX82" fmla="*/ 158779 w 489307"/>
              <a:gd name="connsiteY82" fmla="*/ 178683 h 405155"/>
              <a:gd name="connsiteX83" fmla="*/ 186969 w 489307"/>
              <a:gd name="connsiteY83" fmla="*/ 136271 h 405155"/>
              <a:gd name="connsiteX84" fmla="*/ 190281 w 489307"/>
              <a:gd name="connsiteY84" fmla="*/ 135577 h 405155"/>
              <a:gd name="connsiteX85" fmla="*/ 260223 w 489307"/>
              <a:gd name="connsiteY85" fmla="*/ 135514 h 405155"/>
              <a:gd name="connsiteX86" fmla="*/ 263555 w 489307"/>
              <a:gd name="connsiteY86" fmla="*/ 136146 h 405155"/>
              <a:gd name="connsiteX87" fmla="*/ 297090 w 489307"/>
              <a:gd name="connsiteY87" fmla="*/ 194239 h 405155"/>
              <a:gd name="connsiteX88" fmla="*/ 298536 w 489307"/>
              <a:gd name="connsiteY88" fmla="*/ 199943 h 405155"/>
              <a:gd name="connsiteX89" fmla="*/ 297384 w 489307"/>
              <a:gd name="connsiteY89" fmla="*/ 201479 h 405155"/>
              <a:gd name="connsiteX90" fmla="*/ 285101 w 489307"/>
              <a:gd name="connsiteY90" fmla="*/ 203584 h 405155"/>
              <a:gd name="connsiteX91" fmla="*/ 283006 w 489307"/>
              <a:gd name="connsiteY91" fmla="*/ 202616 h 405155"/>
              <a:gd name="connsiteX92" fmla="*/ 265945 w 489307"/>
              <a:gd name="connsiteY92" fmla="*/ 179463 h 405155"/>
              <a:gd name="connsiteX93" fmla="*/ 236119 w 489307"/>
              <a:gd name="connsiteY93" fmla="*/ 151174 h 405155"/>
              <a:gd name="connsiteX94" fmla="*/ 233793 w 489307"/>
              <a:gd name="connsiteY94" fmla="*/ 149364 h 405155"/>
              <a:gd name="connsiteX95" fmla="*/ 240081 w 489307"/>
              <a:gd name="connsiteY95" fmla="*/ 145512 h 405155"/>
              <a:gd name="connsiteX96" fmla="*/ 260223 w 489307"/>
              <a:gd name="connsiteY96" fmla="*/ 135514 h 405155"/>
              <a:gd name="connsiteX97" fmla="*/ 322955 w 489307"/>
              <a:gd name="connsiteY97" fmla="*/ 47469 h 405155"/>
              <a:gd name="connsiteX98" fmla="*/ 256303 w 489307"/>
              <a:gd name="connsiteY98" fmla="*/ 72727 h 405155"/>
              <a:gd name="connsiteX99" fmla="*/ 223376 w 489307"/>
              <a:gd name="connsiteY99" fmla="*/ 89060 h 405155"/>
              <a:gd name="connsiteX100" fmla="*/ 150144 w 489307"/>
              <a:gd name="connsiteY100" fmla="*/ 139302 h 405155"/>
              <a:gd name="connsiteX101" fmla="*/ 74334 w 489307"/>
              <a:gd name="connsiteY101" fmla="*/ 225979 h 405155"/>
              <a:gd name="connsiteX102" fmla="*/ 54045 w 489307"/>
              <a:gd name="connsiteY102" fmla="*/ 268560 h 405155"/>
              <a:gd name="connsiteX103" fmla="*/ 49622 w 489307"/>
              <a:gd name="connsiteY103" fmla="*/ 303815 h 405155"/>
              <a:gd name="connsiteX104" fmla="*/ 64126 w 489307"/>
              <a:gd name="connsiteY104" fmla="*/ 342860 h 405155"/>
              <a:gd name="connsiteX105" fmla="*/ 84583 w 489307"/>
              <a:gd name="connsiteY105" fmla="*/ 360077 h 405155"/>
              <a:gd name="connsiteX106" fmla="*/ 132517 w 489307"/>
              <a:gd name="connsiteY106" fmla="*/ 374811 h 405155"/>
              <a:gd name="connsiteX107" fmla="*/ 156222 w 489307"/>
              <a:gd name="connsiteY107" fmla="*/ 375422 h 405155"/>
              <a:gd name="connsiteX108" fmla="*/ 191979 w 489307"/>
              <a:gd name="connsiteY108" fmla="*/ 371359 h 405155"/>
              <a:gd name="connsiteX109" fmla="*/ 244000 w 489307"/>
              <a:gd name="connsiteY109" fmla="*/ 360604 h 405155"/>
              <a:gd name="connsiteX110" fmla="*/ 277680 w 489307"/>
              <a:gd name="connsiteY110" fmla="*/ 349812 h 405155"/>
              <a:gd name="connsiteX111" fmla="*/ 247375 w 489307"/>
              <a:gd name="connsiteY111" fmla="*/ 356815 h 405155"/>
              <a:gd name="connsiteX112" fmla="*/ 217172 w 489307"/>
              <a:gd name="connsiteY112" fmla="*/ 358057 h 405155"/>
              <a:gd name="connsiteX113" fmla="*/ 156138 w 489307"/>
              <a:gd name="connsiteY113" fmla="*/ 343323 h 405155"/>
              <a:gd name="connsiteX114" fmla="*/ 85065 w 489307"/>
              <a:gd name="connsiteY114" fmla="*/ 284051 h 405155"/>
              <a:gd name="connsiteX115" fmla="*/ 84499 w 489307"/>
              <a:gd name="connsiteY115" fmla="*/ 283251 h 405155"/>
              <a:gd name="connsiteX116" fmla="*/ 85798 w 489307"/>
              <a:gd name="connsiteY116" fmla="*/ 280768 h 405155"/>
              <a:gd name="connsiteX117" fmla="*/ 122226 w 489307"/>
              <a:gd name="connsiteY117" fmla="*/ 280768 h 405155"/>
              <a:gd name="connsiteX118" fmla="*/ 125831 w 489307"/>
              <a:gd name="connsiteY118" fmla="*/ 282704 h 405155"/>
              <a:gd name="connsiteX119" fmla="*/ 152407 w 489307"/>
              <a:gd name="connsiteY119" fmla="*/ 304173 h 405155"/>
              <a:gd name="connsiteX120" fmla="*/ 206902 w 489307"/>
              <a:gd name="connsiteY120" fmla="*/ 323811 h 405155"/>
              <a:gd name="connsiteX121" fmla="*/ 196548 w 489307"/>
              <a:gd name="connsiteY121" fmla="*/ 316002 h 405155"/>
              <a:gd name="connsiteX122" fmla="*/ 167393 w 489307"/>
              <a:gd name="connsiteY122" fmla="*/ 293965 h 405155"/>
              <a:gd name="connsiteX123" fmla="*/ 127571 w 489307"/>
              <a:gd name="connsiteY123" fmla="*/ 263740 h 405155"/>
              <a:gd name="connsiteX124" fmla="*/ 125789 w 489307"/>
              <a:gd name="connsiteY124" fmla="*/ 261466 h 405155"/>
              <a:gd name="connsiteX125" fmla="*/ 128472 w 489307"/>
              <a:gd name="connsiteY125" fmla="*/ 260666 h 405155"/>
              <a:gd name="connsiteX126" fmla="*/ 174289 w 489307"/>
              <a:gd name="connsiteY126" fmla="*/ 260666 h 405155"/>
              <a:gd name="connsiteX127" fmla="*/ 179110 w 489307"/>
              <a:gd name="connsiteY127" fmla="*/ 263171 h 405155"/>
              <a:gd name="connsiteX128" fmla="*/ 223795 w 489307"/>
              <a:gd name="connsiteY128" fmla="*/ 323369 h 405155"/>
              <a:gd name="connsiteX129" fmla="*/ 226772 w 489307"/>
              <a:gd name="connsiteY129" fmla="*/ 323369 h 405155"/>
              <a:gd name="connsiteX130" fmla="*/ 270954 w 489307"/>
              <a:gd name="connsiteY130" fmla="*/ 263929 h 405155"/>
              <a:gd name="connsiteX131" fmla="*/ 277074 w 489307"/>
              <a:gd name="connsiteY131" fmla="*/ 260814 h 405155"/>
              <a:gd name="connsiteX132" fmla="*/ 321928 w 489307"/>
              <a:gd name="connsiteY132" fmla="*/ 260814 h 405155"/>
              <a:gd name="connsiteX133" fmla="*/ 324799 w 489307"/>
              <a:gd name="connsiteY133" fmla="*/ 261614 h 405155"/>
              <a:gd name="connsiteX134" fmla="*/ 322934 w 489307"/>
              <a:gd name="connsiteY134" fmla="*/ 263824 h 405155"/>
              <a:gd name="connsiteX135" fmla="*/ 269298 w 489307"/>
              <a:gd name="connsiteY135" fmla="*/ 304447 h 405155"/>
              <a:gd name="connsiteX136" fmla="*/ 244650 w 489307"/>
              <a:gd name="connsiteY136" fmla="*/ 323159 h 405155"/>
              <a:gd name="connsiteX137" fmla="*/ 243916 w 489307"/>
              <a:gd name="connsiteY137" fmla="*/ 323895 h 405155"/>
              <a:gd name="connsiteX138" fmla="*/ 310442 w 489307"/>
              <a:gd name="connsiteY138" fmla="*/ 295565 h 405155"/>
              <a:gd name="connsiteX139" fmla="*/ 325449 w 489307"/>
              <a:gd name="connsiteY139" fmla="*/ 281883 h 405155"/>
              <a:gd name="connsiteX140" fmla="*/ 328614 w 489307"/>
              <a:gd name="connsiteY140" fmla="*/ 280831 h 405155"/>
              <a:gd name="connsiteX141" fmla="*/ 355861 w 489307"/>
              <a:gd name="connsiteY141" fmla="*/ 280831 h 405155"/>
              <a:gd name="connsiteX142" fmla="*/ 360912 w 489307"/>
              <a:gd name="connsiteY142" fmla="*/ 278158 h 405155"/>
              <a:gd name="connsiteX143" fmla="*/ 384491 w 489307"/>
              <a:gd name="connsiteY143" fmla="*/ 226737 h 405155"/>
              <a:gd name="connsiteX144" fmla="*/ 389983 w 489307"/>
              <a:gd name="connsiteY144" fmla="*/ 194491 h 405155"/>
              <a:gd name="connsiteX145" fmla="*/ 390507 w 489307"/>
              <a:gd name="connsiteY145" fmla="*/ 181862 h 405155"/>
              <a:gd name="connsiteX146" fmla="*/ 388159 w 489307"/>
              <a:gd name="connsiteY146" fmla="*/ 153173 h 405155"/>
              <a:gd name="connsiteX147" fmla="*/ 371664 w 489307"/>
              <a:gd name="connsiteY147" fmla="*/ 103183 h 405155"/>
              <a:gd name="connsiteX148" fmla="*/ 350893 w 489307"/>
              <a:gd name="connsiteY148" fmla="*/ 71611 h 405155"/>
              <a:gd name="connsiteX149" fmla="*/ 327146 w 489307"/>
              <a:gd name="connsiteY149" fmla="*/ 48289 h 405155"/>
              <a:gd name="connsiteX150" fmla="*/ 322955 w 489307"/>
              <a:gd name="connsiteY150" fmla="*/ 47469 h 405155"/>
              <a:gd name="connsiteX151" fmla="*/ 279044 w 489307"/>
              <a:gd name="connsiteY151" fmla="*/ 15391 h 405155"/>
              <a:gd name="connsiteX152" fmla="*/ 282356 w 489307"/>
              <a:gd name="connsiteY152" fmla="*/ 15391 h 405155"/>
              <a:gd name="connsiteX153" fmla="*/ 288790 w 489307"/>
              <a:gd name="connsiteY153" fmla="*/ 17896 h 405155"/>
              <a:gd name="connsiteX154" fmla="*/ 289650 w 489307"/>
              <a:gd name="connsiteY154" fmla="*/ 18380 h 405155"/>
              <a:gd name="connsiteX155" fmla="*/ 265211 w 489307"/>
              <a:gd name="connsiteY155" fmla="*/ 26947 h 405155"/>
              <a:gd name="connsiteX156" fmla="*/ 241422 w 489307"/>
              <a:gd name="connsiteY156" fmla="*/ 36755 h 405155"/>
              <a:gd name="connsiteX157" fmla="*/ 218115 w 489307"/>
              <a:gd name="connsiteY157" fmla="*/ 47742 h 405155"/>
              <a:gd name="connsiteX158" fmla="*/ 195332 w 489307"/>
              <a:gd name="connsiteY158" fmla="*/ 59845 h 405155"/>
              <a:gd name="connsiteX159" fmla="*/ 173094 w 489307"/>
              <a:gd name="connsiteY159" fmla="*/ 73000 h 405155"/>
              <a:gd name="connsiteX160" fmla="*/ 151443 w 489307"/>
              <a:gd name="connsiteY160" fmla="*/ 87124 h 405155"/>
              <a:gd name="connsiteX161" fmla="*/ 130483 w 489307"/>
              <a:gd name="connsiteY161" fmla="*/ 102236 h 405155"/>
              <a:gd name="connsiteX162" fmla="*/ 110153 w 489307"/>
              <a:gd name="connsiteY162" fmla="*/ 118296 h 405155"/>
              <a:gd name="connsiteX163" fmla="*/ 90577 w 489307"/>
              <a:gd name="connsiteY163" fmla="*/ 135303 h 405155"/>
              <a:gd name="connsiteX164" fmla="*/ 71818 w 489307"/>
              <a:gd name="connsiteY164" fmla="*/ 153278 h 405155"/>
              <a:gd name="connsiteX165" fmla="*/ 53814 w 489307"/>
              <a:gd name="connsiteY165" fmla="*/ 172474 h 405155"/>
              <a:gd name="connsiteX166" fmla="*/ 53940 w 489307"/>
              <a:gd name="connsiteY166" fmla="*/ 167612 h 405155"/>
              <a:gd name="connsiteX167" fmla="*/ 58131 w 489307"/>
              <a:gd name="connsiteY167" fmla="*/ 158456 h 405155"/>
              <a:gd name="connsiteX168" fmla="*/ 132244 w 489307"/>
              <a:gd name="connsiteY168" fmla="*/ 93206 h 405155"/>
              <a:gd name="connsiteX169" fmla="*/ 209710 w 489307"/>
              <a:gd name="connsiteY169" fmla="*/ 45174 h 405155"/>
              <a:gd name="connsiteX170" fmla="*/ 279044 w 489307"/>
              <a:gd name="connsiteY170" fmla="*/ 15391 h 405155"/>
              <a:gd name="connsiteX171" fmla="*/ 261648 w 489307"/>
              <a:gd name="connsiteY171" fmla="*/ 9456 h 405155"/>
              <a:gd name="connsiteX172" fmla="*/ 268900 w 489307"/>
              <a:gd name="connsiteY172" fmla="*/ 11287 h 405155"/>
              <a:gd name="connsiteX173" fmla="*/ 269382 w 489307"/>
              <a:gd name="connsiteY173" fmla="*/ 11519 h 405155"/>
              <a:gd name="connsiteX174" fmla="*/ 267852 w 489307"/>
              <a:gd name="connsiteY174" fmla="*/ 12298 h 405155"/>
              <a:gd name="connsiteX175" fmla="*/ 193593 w 489307"/>
              <a:gd name="connsiteY175" fmla="*/ 46227 h 405155"/>
              <a:gd name="connsiteX176" fmla="*/ 147880 w 489307"/>
              <a:gd name="connsiteY176" fmla="*/ 74180 h 405155"/>
              <a:gd name="connsiteX177" fmla="*/ 99422 w 489307"/>
              <a:gd name="connsiteY177" fmla="*/ 110656 h 405155"/>
              <a:gd name="connsiteX178" fmla="*/ 73180 w 489307"/>
              <a:gd name="connsiteY178" fmla="*/ 134167 h 405155"/>
              <a:gd name="connsiteX179" fmla="*/ 56853 w 489307"/>
              <a:gd name="connsiteY179" fmla="*/ 150479 h 405155"/>
              <a:gd name="connsiteX180" fmla="*/ 56371 w 489307"/>
              <a:gd name="connsiteY180" fmla="*/ 150985 h 405155"/>
              <a:gd name="connsiteX181" fmla="*/ 56057 w 489307"/>
              <a:gd name="connsiteY181" fmla="*/ 150458 h 405155"/>
              <a:gd name="connsiteX182" fmla="*/ 56413 w 489307"/>
              <a:gd name="connsiteY182" fmla="*/ 149217 h 405155"/>
              <a:gd name="connsiteX183" fmla="*/ 58132 w 489307"/>
              <a:gd name="connsiteY183" fmla="*/ 140797 h 405155"/>
              <a:gd name="connsiteX184" fmla="*/ 59368 w 489307"/>
              <a:gd name="connsiteY184" fmla="*/ 139071 h 405155"/>
              <a:gd name="connsiteX185" fmla="*/ 82151 w 489307"/>
              <a:gd name="connsiteY185" fmla="*/ 117476 h 405155"/>
              <a:gd name="connsiteX186" fmla="*/ 144254 w 489307"/>
              <a:gd name="connsiteY186" fmla="*/ 69191 h 405155"/>
              <a:gd name="connsiteX187" fmla="*/ 202940 w 489307"/>
              <a:gd name="connsiteY187" fmla="*/ 34188 h 405155"/>
              <a:gd name="connsiteX188" fmla="*/ 256660 w 489307"/>
              <a:gd name="connsiteY188" fmla="*/ 9835 h 405155"/>
              <a:gd name="connsiteX189" fmla="*/ 261648 w 489307"/>
              <a:gd name="connsiteY189" fmla="*/ 9456 h 405155"/>
              <a:gd name="connsiteX190" fmla="*/ 245404 w 489307"/>
              <a:gd name="connsiteY190" fmla="*/ 6677 h 405155"/>
              <a:gd name="connsiteX191" fmla="*/ 246033 w 489307"/>
              <a:gd name="connsiteY191" fmla="*/ 6825 h 405155"/>
              <a:gd name="connsiteX192" fmla="*/ 245027 w 489307"/>
              <a:gd name="connsiteY192" fmla="*/ 7393 h 405155"/>
              <a:gd name="connsiteX193" fmla="*/ 220064 w 489307"/>
              <a:gd name="connsiteY193" fmla="*/ 18401 h 405155"/>
              <a:gd name="connsiteX194" fmla="*/ 172905 w 489307"/>
              <a:gd name="connsiteY194" fmla="*/ 43301 h 405155"/>
              <a:gd name="connsiteX195" fmla="*/ 100071 w 489307"/>
              <a:gd name="connsiteY195" fmla="*/ 93691 h 405155"/>
              <a:gd name="connsiteX196" fmla="*/ 65572 w 489307"/>
              <a:gd name="connsiteY196" fmla="*/ 123916 h 405155"/>
              <a:gd name="connsiteX197" fmla="*/ 62407 w 489307"/>
              <a:gd name="connsiteY197" fmla="*/ 126842 h 405155"/>
              <a:gd name="connsiteX198" fmla="*/ 82507 w 489307"/>
              <a:gd name="connsiteY198" fmla="*/ 83546 h 405155"/>
              <a:gd name="connsiteX199" fmla="*/ 113695 w 489307"/>
              <a:gd name="connsiteY199" fmla="*/ 47574 h 405155"/>
              <a:gd name="connsiteX200" fmla="*/ 153518 w 489307"/>
              <a:gd name="connsiteY200" fmla="*/ 21538 h 405155"/>
              <a:gd name="connsiteX201" fmla="*/ 198455 w 489307"/>
              <a:gd name="connsiteY201" fmla="*/ 7561 h 405155"/>
              <a:gd name="connsiteX202" fmla="*/ 245404 w 489307"/>
              <a:gd name="connsiteY202" fmla="*/ 6677 h 405155"/>
              <a:gd name="connsiteX203" fmla="*/ 416266 w 489307"/>
              <a:gd name="connsiteY203" fmla="*/ 131 h 405155"/>
              <a:gd name="connsiteX204" fmla="*/ 443052 w 489307"/>
              <a:gd name="connsiteY204" fmla="*/ 28862 h 405155"/>
              <a:gd name="connsiteX205" fmla="*/ 444980 w 489307"/>
              <a:gd name="connsiteY205" fmla="*/ 31724 h 405155"/>
              <a:gd name="connsiteX206" fmla="*/ 468036 w 489307"/>
              <a:gd name="connsiteY206" fmla="*/ 47384 h 405155"/>
              <a:gd name="connsiteX207" fmla="*/ 487277 w 489307"/>
              <a:gd name="connsiteY207" fmla="*/ 82451 h 405155"/>
              <a:gd name="connsiteX208" fmla="*/ 488932 w 489307"/>
              <a:gd name="connsiteY208" fmla="*/ 110150 h 405155"/>
              <a:gd name="connsiteX209" fmla="*/ 480444 w 489307"/>
              <a:gd name="connsiteY209" fmla="*/ 147869 h 405155"/>
              <a:gd name="connsiteX210" fmla="*/ 460470 w 489307"/>
              <a:gd name="connsiteY210" fmla="*/ 189123 h 405155"/>
              <a:gd name="connsiteX211" fmla="*/ 438462 w 489307"/>
              <a:gd name="connsiteY211" fmla="*/ 221012 h 405155"/>
              <a:gd name="connsiteX212" fmla="*/ 437561 w 489307"/>
              <a:gd name="connsiteY212" fmla="*/ 222022 h 405155"/>
              <a:gd name="connsiteX213" fmla="*/ 434333 w 489307"/>
              <a:gd name="connsiteY213" fmla="*/ 226232 h 405155"/>
              <a:gd name="connsiteX214" fmla="*/ 433180 w 489307"/>
              <a:gd name="connsiteY214" fmla="*/ 227789 h 405155"/>
              <a:gd name="connsiteX215" fmla="*/ 431692 w 489307"/>
              <a:gd name="connsiteY215" fmla="*/ 229473 h 405155"/>
              <a:gd name="connsiteX216" fmla="*/ 430539 w 489307"/>
              <a:gd name="connsiteY216" fmla="*/ 230799 h 405155"/>
              <a:gd name="connsiteX217" fmla="*/ 431671 w 489307"/>
              <a:gd name="connsiteY217" fmla="*/ 228989 h 405155"/>
              <a:gd name="connsiteX218" fmla="*/ 432803 w 489307"/>
              <a:gd name="connsiteY218" fmla="*/ 227389 h 405155"/>
              <a:gd name="connsiteX219" fmla="*/ 433935 w 489307"/>
              <a:gd name="connsiteY219" fmla="*/ 225789 h 405155"/>
              <a:gd name="connsiteX220" fmla="*/ 437058 w 489307"/>
              <a:gd name="connsiteY220" fmla="*/ 221159 h 405155"/>
              <a:gd name="connsiteX221" fmla="*/ 445945 w 489307"/>
              <a:gd name="connsiteY221" fmla="*/ 207183 h 405155"/>
              <a:gd name="connsiteX222" fmla="*/ 466715 w 489307"/>
              <a:gd name="connsiteY222" fmla="*/ 168496 h 405155"/>
              <a:gd name="connsiteX223" fmla="*/ 477866 w 489307"/>
              <a:gd name="connsiteY223" fmla="*/ 134819 h 405155"/>
              <a:gd name="connsiteX224" fmla="*/ 479962 w 489307"/>
              <a:gd name="connsiteY224" fmla="*/ 109835 h 405155"/>
              <a:gd name="connsiteX225" fmla="*/ 472312 w 489307"/>
              <a:gd name="connsiteY225" fmla="*/ 76852 h 405155"/>
              <a:gd name="connsiteX226" fmla="*/ 448858 w 489307"/>
              <a:gd name="connsiteY226" fmla="*/ 50584 h 405155"/>
              <a:gd name="connsiteX227" fmla="*/ 440831 w 489307"/>
              <a:gd name="connsiteY227" fmla="*/ 45995 h 405155"/>
              <a:gd name="connsiteX228" fmla="*/ 438462 w 489307"/>
              <a:gd name="connsiteY228" fmla="*/ 46732 h 405155"/>
              <a:gd name="connsiteX229" fmla="*/ 419955 w 489307"/>
              <a:gd name="connsiteY229" fmla="*/ 59719 h 405155"/>
              <a:gd name="connsiteX230" fmla="*/ 385057 w 489307"/>
              <a:gd name="connsiteY230" fmla="*/ 37534 h 405155"/>
              <a:gd name="connsiteX231" fmla="*/ 383087 w 489307"/>
              <a:gd name="connsiteY231" fmla="*/ 36039 h 405155"/>
              <a:gd name="connsiteX232" fmla="*/ 358166 w 489307"/>
              <a:gd name="connsiteY232" fmla="*/ 38965 h 405155"/>
              <a:gd name="connsiteX233" fmla="*/ 333707 w 489307"/>
              <a:gd name="connsiteY233" fmla="*/ 43575 h 405155"/>
              <a:gd name="connsiteX234" fmla="*/ 332910 w 489307"/>
              <a:gd name="connsiteY234" fmla="*/ 44038 h 405155"/>
              <a:gd name="connsiteX235" fmla="*/ 334105 w 489307"/>
              <a:gd name="connsiteY235" fmla="*/ 45280 h 405155"/>
              <a:gd name="connsiteX236" fmla="*/ 379210 w 489307"/>
              <a:gd name="connsiteY236" fmla="*/ 103499 h 405155"/>
              <a:gd name="connsiteX237" fmla="*/ 394845 w 489307"/>
              <a:gd name="connsiteY237" fmla="*/ 153383 h 405155"/>
              <a:gd name="connsiteX238" fmla="*/ 396774 w 489307"/>
              <a:gd name="connsiteY238" fmla="*/ 191270 h 405155"/>
              <a:gd name="connsiteX239" fmla="*/ 370344 w 489307"/>
              <a:gd name="connsiteY239" fmla="*/ 275758 h 405155"/>
              <a:gd name="connsiteX240" fmla="*/ 334063 w 489307"/>
              <a:gd name="connsiteY240" fmla="*/ 317686 h 405155"/>
              <a:gd name="connsiteX241" fmla="*/ 319098 w 489307"/>
              <a:gd name="connsiteY241" fmla="*/ 328968 h 405155"/>
              <a:gd name="connsiteX242" fmla="*/ 313670 w 489307"/>
              <a:gd name="connsiteY242" fmla="*/ 332252 h 405155"/>
              <a:gd name="connsiteX243" fmla="*/ 312873 w 489307"/>
              <a:gd name="connsiteY243" fmla="*/ 333304 h 405155"/>
              <a:gd name="connsiteX244" fmla="*/ 307549 w 489307"/>
              <a:gd name="connsiteY244" fmla="*/ 336630 h 405155"/>
              <a:gd name="connsiteX245" fmla="*/ 304846 w 489307"/>
              <a:gd name="connsiteY245" fmla="*/ 338166 h 405155"/>
              <a:gd name="connsiteX246" fmla="*/ 301408 w 489307"/>
              <a:gd name="connsiteY246" fmla="*/ 340145 h 405155"/>
              <a:gd name="connsiteX247" fmla="*/ 297971 w 489307"/>
              <a:gd name="connsiteY247" fmla="*/ 342123 h 405155"/>
              <a:gd name="connsiteX248" fmla="*/ 295749 w 489307"/>
              <a:gd name="connsiteY248" fmla="*/ 343386 h 405155"/>
              <a:gd name="connsiteX249" fmla="*/ 295288 w 489307"/>
              <a:gd name="connsiteY249" fmla="*/ 343681 h 405155"/>
              <a:gd name="connsiteX250" fmla="*/ 294554 w 489307"/>
              <a:gd name="connsiteY250" fmla="*/ 344081 h 405155"/>
              <a:gd name="connsiteX251" fmla="*/ 293800 w 489307"/>
              <a:gd name="connsiteY251" fmla="*/ 344523 h 405155"/>
              <a:gd name="connsiteX252" fmla="*/ 293066 w 489307"/>
              <a:gd name="connsiteY252" fmla="*/ 344944 h 405155"/>
              <a:gd name="connsiteX253" fmla="*/ 292626 w 489307"/>
              <a:gd name="connsiteY253" fmla="*/ 345238 h 405155"/>
              <a:gd name="connsiteX254" fmla="*/ 278395 w 489307"/>
              <a:gd name="connsiteY254" fmla="*/ 353300 h 405155"/>
              <a:gd name="connsiteX255" fmla="*/ 210633 w 489307"/>
              <a:gd name="connsiteY255" fmla="*/ 383946 h 405155"/>
              <a:gd name="connsiteX256" fmla="*/ 156453 w 489307"/>
              <a:gd name="connsiteY256" fmla="*/ 399396 h 405155"/>
              <a:gd name="connsiteX257" fmla="*/ 130358 w 489307"/>
              <a:gd name="connsiteY257" fmla="*/ 403605 h 405155"/>
              <a:gd name="connsiteX258" fmla="*/ 94853 w 489307"/>
              <a:gd name="connsiteY258" fmla="*/ 404973 h 405155"/>
              <a:gd name="connsiteX259" fmla="*/ 52808 w 489307"/>
              <a:gd name="connsiteY259" fmla="*/ 397228 h 405155"/>
              <a:gd name="connsiteX260" fmla="*/ 21914 w 489307"/>
              <a:gd name="connsiteY260" fmla="*/ 378705 h 405155"/>
              <a:gd name="connsiteX261" fmla="*/ 1688 w 489307"/>
              <a:gd name="connsiteY261" fmla="*/ 341155 h 405155"/>
              <a:gd name="connsiteX262" fmla="*/ 724 w 489307"/>
              <a:gd name="connsiteY262" fmla="*/ 311456 h 405155"/>
              <a:gd name="connsiteX263" fmla="*/ 13761 w 489307"/>
              <a:gd name="connsiteY263" fmla="*/ 265150 h 405155"/>
              <a:gd name="connsiteX264" fmla="*/ 41993 w 489307"/>
              <a:gd name="connsiteY264" fmla="*/ 216234 h 405155"/>
              <a:gd name="connsiteX265" fmla="*/ 88104 w 489307"/>
              <a:gd name="connsiteY265" fmla="*/ 162497 h 405155"/>
              <a:gd name="connsiteX266" fmla="*/ 172508 w 489307"/>
              <a:gd name="connsiteY266" fmla="*/ 94890 h 405155"/>
              <a:gd name="connsiteX267" fmla="*/ 243979 w 489307"/>
              <a:gd name="connsiteY267" fmla="*/ 55530 h 405155"/>
              <a:gd name="connsiteX268" fmla="*/ 316583 w 489307"/>
              <a:gd name="connsiteY268" fmla="*/ 29620 h 405155"/>
              <a:gd name="connsiteX269" fmla="*/ 357999 w 489307"/>
              <a:gd name="connsiteY269" fmla="*/ 21874 h 405155"/>
              <a:gd name="connsiteX270" fmla="*/ 382270 w 489307"/>
              <a:gd name="connsiteY270" fmla="*/ 20316 h 405155"/>
              <a:gd name="connsiteX271" fmla="*/ 383024 w 489307"/>
              <a:gd name="connsiteY271" fmla="*/ 20316 h 405155"/>
              <a:gd name="connsiteX272" fmla="*/ 386923 w 489307"/>
              <a:gd name="connsiteY272" fmla="*/ 17622 h 405155"/>
              <a:gd name="connsiteX273" fmla="*/ 416266 w 489307"/>
              <a:gd name="connsiteY273" fmla="*/ 131 h 40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Lst>
            <a:rect l="l" t="t" r="r" b="b"/>
            <a:pathLst>
              <a:path w="489307" h="405155">
                <a:moveTo>
                  <a:pt x="278290" y="349616"/>
                </a:moveTo>
                <a:lnTo>
                  <a:pt x="277683" y="349811"/>
                </a:lnTo>
                <a:lnTo>
                  <a:pt x="277976" y="349743"/>
                </a:lnTo>
                <a:close/>
                <a:moveTo>
                  <a:pt x="173116" y="214928"/>
                </a:moveTo>
                <a:cubicBezTo>
                  <a:pt x="186639" y="218079"/>
                  <a:pt x="199843" y="222476"/>
                  <a:pt x="212561" y="228062"/>
                </a:cubicBezTo>
                <a:cubicBezTo>
                  <a:pt x="213178" y="228246"/>
                  <a:pt x="213754" y="228547"/>
                  <a:pt x="214259" y="228947"/>
                </a:cubicBezTo>
                <a:cubicBezTo>
                  <a:pt x="214217" y="229557"/>
                  <a:pt x="213672" y="229599"/>
                  <a:pt x="213316" y="229788"/>
                </a:cubicBezTo>
                <a:cubicBezTo>
                  <a:pt x="202362" y="236025"/>
                  <a:pt x="191918" y="243127"/>
                  <a:pt x="182086" y="251026"/>
                </a:cubicBezTo>
                <a:cubicBezTo>
                  <a:pt x="181512" y="251550"/>
                  <a:pt x="180766" y="251843"/>
                  <a:pt x="179990" y="251847"/>
                </a:cubicBezTo>
                <a:lnTo>
                  <a:pt x="156055" y="251847"/>
                </a:lnTo>
                <a:cubicBezTo>
                  <a:pt x="155735" y="251891"/>
                  <a:pt x="155409" y="251824"/>
                  <a:pt x="155132" y="251658"/>
                </a:cubicBezTo>
                <a:cubicBezTo>
                  <a:pt x="155074" y="251207"/>
                  <a:pt x="155162" y="250748"/>
                  <a:pt x="155384" y="250353"/>
                </a:cubicBezTo>
                <a:cubicBezTo>
                  <a:pt x="159232" y="238513"/>
                  <a:pt x="164239" y="227084"/>
                  <a:pt x="170328" y="216233"/>
                </a:cubicBezTo>
                <a:cubicBezTo>
                  <a:pt x="171292" y="214507"/>
                  <a:pt x="171313" y="214507"/>
                  <a:pt x="173116" y="214928"/>
                </a:cubicBezTo>
                <a:close/>
                <a:moveTo>
                  <a:pt x="277908" y="214851"/>
                </a:moveTo>
                <a:cubicBezTo>
                  <a:pt x="278730" y="214533"/>
                  <a:pt x="279652" y="214946"/>
                  <a:pt x="279966" y="215771"/>
                </a:cubicBezTo>
                <a:cubicBezTo>
                  <a:pt x="286223" y="226906"/>
                  <a:pt x="291362" y="238640"/>
                  <a:pt x="295308" y="250795"/>
                </a:cubicBezTo>
                <a:cubicBezTo>
                  <a:pt x="295455" y="251088"/>
                  <a:pt x="295499" y="251423"/>
                  <a:pt x="295434" y="251743"/>
                </a:cubicBezTo>
                <a:cubicBezTo>
                  <a:pt x="294948" y="251907"/>
                  <a:pt x="294432" y="251957"/>
                  <a:pt x="293925" y="251890"/>
                </a:cubicBezTo>
                <a:cubicBezTo>
                  <a:pt x="286191" y="251890"/>
                  <a:pt x="278520" y="251890"/>
                  <a:pt x="270870" y="251890"/>
                </a:cubicBezTo>
                <a:cubicBezTo>
                  <a:pt x="269914" y="251905"/>
                  <a:pt x="268985" y="251576"/>
                  <a:pt x="268250" y="250964"/>
                </a:cubicBezTo>
                <a:cubicBezTo>
                  <a:pt x="258573" y="243178"/>
                  <a:pt x="248290" y="236182"/>
                  <a:pt x="237502" y="230042"/>
                </a:cubicBezTo>
                <a:cubicBezTo>
                  <a:pt x="237020" y="229859"/>
                  <a:pt x="236588" y="229564"/>
                  <a:pt x="236245" y="229179"/>
                </a:cubicBezTo>
                <a:cubicBezTo>
                  <a:pt x="236350" y="228589"/>
                  <a:pt x="236874" y="228547"/>
                  <a:pt x="237251" y="228400"/>
                </a:cubicBezTo>
                <a:cubicBezTo>
                  <a:pt x="250332" y="222603"/>
                  <a:pt x="263932" y="218072"/>
                  <a:pt x="277870" y="214866"/>
                </a:cubicBezTo>
                <a:cubicBezTo>
                  <a:pt x="277883" y="214862"/>
                  <a:pt x="277895" y="214856"/>
                  <a:pt x="277908" y="214851"/>
                </a:cubicBezTo>
                <a:close/>
                <a:moveTo>
                  <a:pt x="151422" y="211056"/>
                </a:moveTo>
                <a:cubicBezTo>
                  <a:pt x="154692" y="211561"/>
                  <a:pt x="157982" y="212024"/>
                  <a:pt x="161566" y="212550"/>
                </a:cubicBezTo>
                <a:cubicBezTo>
                  <a:pt x="159177" y="217160"/>
                  <a:pt x="156830" y="221622"/>
                  <a:pt x="154797" y="226084"/>
                </a:cubicBezTo>
                <a:cubicBezTo>
                  <a:pt x="152764" y="230546"/>
                  <a:pt x="150982" y="235114"/>
                  <a:pt x="148886" y="239639"/>
                </a:cubicBezTo>
                <a:cubicBezTo>
                  <a:pt x="148760" y="238250"/>
                  <a:pt x="148530" y="236840"/>
                  <a:pt x="148530" y="235429"/>
                </a:cubicBezTo>
                <a:cubicBezTo>
                  <a:pt x="148302" y="227778"/>
                  <a:pt x="148673" y="220121"/>
                  <a:pt x="149641" y="212529"/>
                </a:cubicBezTo>
                <a:cubicBezTo>
                  <a:pt x="149850" y="210908"/>
                  <a:pt x="149913" y="210845"/>
                  <a:pt x="151422" y="211056"/>
                </a:cubicBezTo>
                <a:close/>
                <a:moveTo>
                  <a:pt x="299584" y="210929"/>
                </a:moveTo>
                <a:cubicBezTo>
                  <a:pt x="300465" y="210803"/>
                  <a:pt x="300800" y="211224"/>
                  <a:pt x="300800" y="212003"/>
                </a:cubicBezTo>
                <a:cubicBezTo>
                  <a:pt x="301093" y="214655"/>
                  <a:pt x="301492" y="217328"/>
                  <a:pt x="301680" y="219980"/>
                </a:cubicBezTo>
                <a:cubicBezTo>
                  <a:pt x="302219" y="226164"/>
                  <a:pt x="302227" y="232382"/>
                  <a:pt x="301701" y="238566"/>
                </a:cubicBezTo>
                <a:cubicBezTo>
                  <a:pt x="301825" y="238991"/>
                  <a:pt x="301825" y="239445"/>
                  <a:pt x="301701" y="239871"/>
                </a:cubicBezTo>
                <a:cubicBezTo>
                  <a:pt x="301093" y="239765"/>
                  <a:pt x="301093" y="239344"/>
                  <a:pt x="301093" y="238923"/>
                </a:cubicBezTo>
                <a:cubicBezTo>
                  <a:pt x="297648" y="229900"/>
                  <a:pt x="293609" y="221117"/>
                  <a:pt x="289000" y="212634"/>
                </a:cubicBezTo>
                <a:cubicBezTo>
                  <a:pt x="292647" y="211813"/>
                  <a:pt x="296126" y="211455"/>
                  <a:pt x="299584" y="210929"/>
                </a:cubicBezTo>
                <a:close/>
                <a:moveTo>
                  <a:pt x="112605" y="209436"/>
                </a:moveTo>
                <a:cubicBezTo>
                  <a:pt x="121492" y="209225"/>
                  <a:pt x="130358" y="209162"/>
                  <a:pt x="139224" y="209814"/>
                </a:cubicBezTo>
                <a:cubicBezTo>
                  <a:pt x="140397" y="209899"/>
                  <a:pt x="140544" y="209920"/>
                  <a:pt x="140397" y="211204"/>
                </a:cubicBezTo>
                <a:cubicBezTo>
                  <a:pt x="140041" y="214445"/>
                  <a:pt x="139685" y="217707"/>
                  <a:pt x="139475" y="220970"/>
                </a:cubicBezTo>
                <a:cubicBezTo>
                  <a:pt x="139059" y="227242"/>
                  <a:pt x="139052" y="233536"/>
                  <a:pt x="139454" y="239808"/>
                </a:cubicBezTo>
                <a:cubicBezTo>
                  <a:pt x="139706" y="243786"/>
                  <a:pt x="140167" y="247722"/>
                  <a:pt x="140670" y="251616"/>
                </a:cubicBezTo>
                <a:cubicBezTo>
                  <a:pt x="140179" y="251869"/>
                  <a:pt x="139621" y="251957"/>
                  <a:pt x="139077" y="251869"/>
                </a:cubicBezTo>
                <a:cubicBezTo>
                  <a:pt x="131615" y="251869"/>
                  <a:pt x="124133" y="251869"/>
                  <a:pt x="116671" y="251869"/>
                </a:cubicBezTo>
                <a:cubicBezTo>
                  <a:pt x="115649" y="251976"/>
                  <a:pt x="114660" y="251463"/>
                  <a:pt x="114156" y="250564"/>
                </a:cubicBezTo>
                <a:cubicBezTo>
                  <a:pt x="106186" y="238977"/>
                  <a:pt x="104682" y="224098"/>
                  <a:pt x="110174" y="211140"/>
                </a:cubicBezTo>
                <a:cubicBezTo>
                  <a:pt x="110472" y="210061"/>
                  <a:pt x="111492" y="209345"/>
                  <a:pt x="112605" y="209436"/>
                </a:cubicBezTo>
                <a:close/>
                <a:moveTo>
                  <a:pt x="337584" y="209372"/>
                </a:moveTo>
                <a:cubicBezTo>
                  <a:pt x="338953" y="209237"/>
                  <a:pt x="340213" y="210134"/>
                  <a:pt x="340539" y="211477"/>
                </a:cubicBezTo>
                <a:cubicBezTo>
                  <a:pt x="345851" y="224367"/>
                  <a:pt x="344272" y="239083"/>
                  <a:pt x="336348" y="250542"/>
                </a:cubicBezTo>
                <a:cubicBezTo>
                  <a:pt x="335962" y="251350"/>
                  <a:pt x="335145" y="251860"/>
                  <a:pt x="334252" y="251847"/>
                </a:cubicBezTo>
                <a:cubicBezTo>
                  <a:pt x="326518" y="251847"/>
                  <a:pt x="318805" y="251847"/>
                  <a:pt x="311070" y="251847"/>
                </a:cubicBezTo>
                <a:cubicBezTo>
                  <a:pt x="310666" y="251921"/>
                  <a:pt x="310247" y="251822"/>
                  <a:pt x="309918" y="251574"/>
                </a:cubicBezTo>
                <a:cubicBezTo>
                  <a:pt x="310190" y="249090"/>
                  <a:pt x="310463" y="246564"/>
                  <a:pt x="310735" y="244038"/>
                </a:cubicBezTo>
                <a:cubicBezTo>
                  <a:pt x="311452" y="236806"/>
                  <a:pt x="311592" y="229528"/>
                  <a:pt x="311154" y="222274"/>
                </a:cubicBezTo>
                <a:cubicBezTo>
                  <a:pt x="310945" y="218612"/>
                  <a:pt x="310567" y="214992"/>
                  <a:pt x="310169" y="211350"/>
                </a:cubicBezTo>
                <a:cubicBezTo>
                  <a:pt x="310023" y="209919"/>
                  <a:pt x="310043" y="209814"/>
                  <a:pt x="311343" y="209814"/>
                </a:cubicBezTo>
                <a:cubicBezTo>
                  <a:pt x="320083" y="209161"/>
                  <a:pt x="328823" y="209245"/>
                  <a:pt x="337584" y="209372"/>
                </a:cubicBezTo>
                <a:close/>
                <a:moveTo>
                  <a:pt x="223837" y="156099"/>
                </a:moveTo>
                <a:cubicBezTo>
                  <a:pt x="225577" y="154857"/>
                  <a:pt x="225137" y="154920"/>
                  <a:pt x="226772" y="156099"/>
                </a:cubicBezTo>
                <a:cubicBezTo>
                  <a:pt x="245080" y="169370"/>
                  <a:pt x="260831" y="185874"/>
                  <a:pt x="273260" y="204805"/>
                </a:cubicBezTo>
                <a:lnTo>
                  <a:pt x="273909" y="205920"/>
                </a:lnTo>
                <a:lnTo>
                  <a:pt x="270220" y="206888"/>
                </a:lnTo>
                <a:cubicBezTo>
                  <a:pt x="255205" y="210723"/>
                  <a:pt x="240613" y="216070"/>
                  <a:pt x="226667" y="222843"/>
                </a:cubicBezTo>
                <a:cubicBezTo>
                  <a:pt x="225843" y="223317"/>
                  <a:pt x="224829" y="223317"/>
                  <a:pt x="224005" y="222843"/>
                </a:cubicBezTo>
                <a:cubicBezTo>
                  <a:pt x="209195" y="215638"/>
                  <a:pt x="193660" y="210050"/>
                  <a:pt x="177664" y="206173"/>
                </a:cubicBezTo>
                <a:cubicBezTo>
                  <a:pt x="177441" y="206099"/>
                  <a:pt x="177223" y="206006"/>
                  <a:pt x="177014" y="205899"/>
                </a:cubicBezTo>
                <a:cubicBezTo>
                  <a:pt x="176783" y="205289"/>
                  <a:pt x="177202" y="204994"/>
                  <a:pt x="177433" y="204636"/>
                </a:cubicBezTo>
                <a:cubicBezTo>
                  <a:pt x="189845" y="185766"/>
                  <a:pt x="205569" y="169321"/>
                  <a:pt x="223837" y="156099"/>
                </a:cubicBezTo>
                <a:close/>
                <a:moveTo>
                  <a:pt x="190281" y="135577"/>
                </a:moveTo>
                <a:cubicBezTo>
                  <a:pt x="198967" y="139281"/>
                  <a:pt x="207373" y="143615"/>
                  <a:pt x="215432" y="148542"/>
                </a:cubicBezTo>
                <a:cubicBezTo>
                  <a:pt x="215810" y="148774"/>
                  <a:pt x="216166" y="149048"/>
                  <a:pt x="216732" y="149426"/>
                </a:cubicBezTo>
                <a:cubicBezTo>
                  <a:pt x="214196" y="151426"/>
                  <a:pt x="211806" y="153278"/>
                  <a:pt x="209459" y="155194"/>
                </a:cubicBezTo>
                <a:cubicBezTo>
                  <a:pt x="193209" y="168404"/>
                  <a:pt x="179212" y="184185"/>
                  <a:pt x="168022" y="201921"/>
                </a:cubicBezTo>
                <a:cubicBezTo>
                  <a:pt x="167418" y="203270"/>
                  <a:pt x="165893" y="203935"/>
                  <a:pt x="164501" y="203457"/>
                </a:cubicBezTo>
                <a:cubicBezTo>
                  <a:pt x="160875" y="202721"/>
                  <a:pt x="157186" y="202215"/>
                  <a:pt x="153539" y="201626"/>
                </a:cubicBezTo>
                <a:cubicBezTo>
                  <a:pt x="151653" y="201331"/>
                  <a:pt x="151653" y="201331"/>
                  <a:pt x="152051" y="199521"/>
                </a:cubicBezTo>
                <a:cubicBezTo>
                  <a:pt x="153707" y="192399"/>
                  <a:pt x="155957" y="185427"/>
                  <a:pt x="158779" y="178683"/>
                </a:cubicBezTo>
                <a:cubicBezTo>
                  <a:pt x="165364" y="162853"/>
                  <a:pt x="174937" y="148450"/>
                  <a:pt x="186969" y="136271"/>
                </a:cubicBezTo>
                <a:cubicBezTo>
                  <a:pt x="187741" y="135236"/>
                  <a:pt x="189160" y="134937"/>
                  <a:pt x="190281" y="135577"/>
                </a:cubicBezTo>
                <a:close/>
                <a:moveTo>
                  <a:pt x="260223" y="135514"/>
                </a:moveTo>
                <a:cubicBezTo>
                  <a:pt x="261329" y="134828"/>
                  <a:pt x="262773" y="135102"/>
                  <a:pt x="263555" y="136146"/>
                </a:cubicBezTo>
                <a:cubicBezTo>
                  <a:pt x="279501" y="152309"/>
                  <a:pt x="291048" y="172311"/>
                  <a:pt x="297090" y="194239"/>
                </a:cubicBezTo>
                <a:cubicBezTo>
                  <a:pt x="297614" y="196133"/>
                  <a:pt x="298075" y="198027"/>
                  <a:pt x="298536" y="199943"/>
                </a:cubicBezTo>
                <a:cubicBezTo>
                  <a:pt x="298830" y="201248"/>
                  <a:pt x="298788" y="201269"/>
                  <a:pt x="297384" y="201479"/>
                </a:cubicBezTo>
                <a:cubicBezTo>
                  <a:pt x="293297" y="202237"/>
                  <a:pt x="289189" y="202848"/>
                  <a:pt x="285101" y="203584"/>
                </a:cubicBezTo>
                <a:cubicBezTo>
                  <a:pt x="284261" y="203820"/>
                  <a:pt x="283374" y="203412"/>
                  <a:pt x="283006" y="202616"/>
                </a:cubicBezTo>
                <a:cubicBezTo>
                  <a:pt x="277902" y="194481"/>
                  <a:pt x="272199" y="186741"/>
                  <a:pt x="265945" y="179463"/>
                </a:cubicBezTo>
                <a:cubicBezTo>
                  <a:pt x="257022" y="169004"/>
                  <a:pt x="247027" y="159522"/>
                  <a:pt x="236119" y="151174"/>
                </a:cubicBezTo>
                <a:lnTo>
                  <a:pt x="233793" y="149364"/>
                </a:lnTo>
                <a:cubicBezTo>
                  <a:pt x="235813" y="147960"/>
                  <a:pt x="237911" y="146674"/>
                  <a:pt x="240081" y="145512"/>
                </a:cubicBezTo>
                <a:cubicBezTo>
                  <a:pt x="246591" y="141782"/>
                  <a:pt x="253316" y="138444"/>
                  <a:pt x="260223" y="135514"/>
                </a:cubicBezTo>
                <a:close/>
                <a:moveTo>
                  <a:pt x="322955" y="47469"/>
                </a:moveTo>
                <a:cubicBezTo>
                  <a:pt x="300264" y="54570"/>
                  <a:pt x="278009" y="63003"/>
                  <a:pt x="256303" y="72727"/>
                </a:cubicBezTo>
                <a:cubicBezTo>
                  <a:pt x="245153" y="77799"/>
                  <a:pt x="234128" y="83145"/>
                  <a:pt x="223376" y="89060"/>
                </a:cubicBezTo>
                <a:cubicBezTo>
                  <a:pt x="197303" y="103220"/>
                  <a:pt x="172759" y="120058"/>
                  <a:pt x="150144" y="139302"/>
                </a:cubicBezTo>
                <a:cubicBezTo>
                  <a:pt x="120830" y="164358"/>
                  <a:pt x="95293" y="193554"/>
                  <a:pt x="74334" y="225979"/>
                </a:cubicBezTo>
                <a:cubicBezTo>
                  <a:pt x="65749" y="239223"/>
                  <a:pt x="58928" y="253537"/>
                  <a:pt x="54045" y="268560"/>
                </a:cubicBezTo>
                <a:cubicBezTo>
                  <a:pt x="50376" y="279928"/>
                  <a:pt x="48876" y="291889"/>
                  <a:pt x="49622" y="303815"/>
                </a:cubicBezTo>
                <a:cubicBezTo>
                  <a:pt x="50381" y="318010"/>
                  <a:pt x="55442" y="331635"/>
                  <a:pt x="64126" y="342860"/>
                </a:cubicBezTo>
                <a:cubicBezTo>
                  <a:pt x="69755" y="349890"/>
                  <a:pt x="76705" y="355742"/>
                  <a:pt x="84583" y="360077"/>
                </a:cubicBezTo>
                <a:cubicBezTo>
                  <a:pt x="99400" y="368204"/>
                  <a:pt x="115709" y="373216"/>
                  <a:pt x="132517" y="374811"/>
                </a:cubicBezTo>
                <a:cubicBezTo>
                  <a:pt x="140389" y="375666"/>
                  <a:pt x="148317" y="375870"/>
                  <a:pt x="156222" y="375422"/>
                </a:cubicBezTo>
                <a:cubicBezTo>
                  <a:pt x="168209" y="374761"/>
                  <a:pt x="180147" y="373405"/>
                  <a:pt x="191979" y="371359"/>
                </a:cubicBezTo>
                <a:cubicBezTo>
                  <a:pt x="209438" y="368413"/>
                  <a:pt x="226814" y="365024"/>
                  <a:pt x="244000" y="360604"/>
                </a:cubicBezTo>
                <a:lnTo>
                  <a:pt x="277680" y="349812"/>
                </a:lnTo>
                <a:lnTo>
                  <a:pt x="247375" y="356815"/>
                </a:lnTo>
                <a:cubicBezTo>
                  <a:pt x="237369" y="358185"/>
                  <a:pt x="227256" y="358602"/>
                  <a:pt x="217172" y="358057"/>
                </a:cubicBezTo>
                <a:cubicBezTo>
                  <a:pt x="196093" y="356998"/>
                  <a:pt x="175394" y="352001"/>
                  <a:pt x="156138" y="343323"/>
                </a:cubicBezTo>
                <a:cubicBezTo>
                  <a:pt x="127518" y="330429"/>
                  <a:pt x="102944" y="309934"/>
                  <a:pt x="85065" y="284051"/>
                </a:cubicBezTo>
                <a:cubicBezTo>
                  <a:pt x="84876" y="283777"/>
                  <a:pt x="84667" y="283525"/>
                  <a:pt x="84499" y="283251"/>
                </a:cubicBezTo>
                <a:cubicBezTo>
                  <a:pt x="83388" y="281462"/>
                  <a:pt x="83702" y="280768"/>
                  <a:pt x="85798" y="280768"/>
                </a:cubicBezTo>
                <a:cubicBezTo>
                  <a:pt x="97955" y="280768"/>
                  <a:pt x="110090" y="280768"/>
                  <a:pt x="122226" y="280768"/>
                </a:cubicBezTo>
                <a:cubicBezTo>
                  <a:pt x="123646" y="280875"/>
                  <a:pt x="124955" y="281578"/>
                  <a:pt x="125831" y="282704"/>
                </a:cubicBezTo>
                <a:cubicBezTo>
                  <a:pt x="133821" y="290881"/>
                  <a:pt x="142741" y="298088"/>
                  <a:pt x="152407" y="304173"/>
                </a:cubicBezTo>
                <a:cubicBezTo>
                  <a:pt x="168993" y="314500"/>
                  <a:pt x="187563" y="321191"/>
                  <a:pt x="206902" y="323811"/>
                </a:cubicBezTo>
                <a:cubicBezTo>
                  <a:pt x="203192" y="321138"/>
                  <a:pt x="199902" y="318507"/>
                  <a:pt x="196548" y="316002"/>
                </a:cubicBezTo>
                <a:cubicBezTo>
                  <a:pt x="186802" y="308699"/>
                  <a:pt x="177119" y="301290"/>
                  <a:pt x="167393" y="293965"/>
                </a:cubicBezTo>
                <a:cubicBezTo>
                  <a:pt x="154168" y="283904"/>
                  <a:pt x="140901" y="273780"/>
                  <a:pt x="127571" y="263740"/>
                </a:cubicBezTo>
                <a:cubicBezTo>
                  <a:pt x="126795" y="263150"/>
                  <a:pt x="125433" y="262687"/>
                  <a:pt x="125789" y="261466"/>
                </a:cubicBezTo>
                <a:cubicBezTo>
                  <a:pt x="126145" y="260246"/>
                  <a:pt x="127529" y="260666"/>
                  <a:pt x="128472" y="260666"/>
                </a:cubicBezTo>
                <a:cubicBezTo>
                  <a:pt x="143751" y="260666"/>
                  <a:pt x="159010" y="260666"/>
                  <a:pt x="174289" y="260666"/>
                </a:cubicBezTo>
                <a:cubicBezTo>
                  <a:pt x="176224" y="260587"/>
                  <a:pt x="178058" y="261538"/>
                  <a:pt x="179110" y="263171"/>
                </a:cubicBezTo>
                <a:cubicBezTo>
                  <a:pt x="193928" y="283378"/>
                  <a:pt x="208914" y="303289"/>
                  <a:pt x="223795" y="323369"/>
                </a:cubicBezTo>
                <a:cubicBezTo>
                  <a:pt x="225221" y="325348"/>
                  <a:pt x="225304" y="325327"/>
                  <a:pt x="226772" y="323369"/>
                </a:cubicBezTo>
                <a:cubicBezTo>
                  <a:pt x="241584" y="303557"/>
                  <a:pt x="256310" y="283742"/>
                  <a:pt x="270954" y="263929"/>
                </a:cubicBezTo>
                <a:cubicBezTo>
                  <a:pt x="272283" y="261856"/>
                  <a:pt x="274624" y="260664"/>
                  <a:pt x="277074" y="260814"/>
                </a:cubicBezTo>
                <a:cubicBezTo>
                  <a:pt x="292018" y="260814"/>
                  <a:pt x="306983" y="260814"/>
                  <a:pt x="321928" y="260814"/>
                </a:cubicBezTo>
                <a:cubicBezTo>
                  <a:pt x="322934" y="260814"/>
                  <a:pt x="324568" y="260498"/>
                  <a:pt x="324799" y="261614"/>
                </a:cubicBezTo>
                <a:cubicBezTo>
                  <a:pt x="325030" y="262729"/>
                  <a:pt x="323730" y="263234"/>
                  <a:pt x="322934" y="263824"/>
                </a:cubicBezTo>
                <a:lnTo>
                  <a:pt x="269298" y="304447"/>
                </a:lnTo>
                <a:cubicBezTo>
                  <a:pt x="261082" y="310677"/>
                  <a:pt x="252803" y="316844"/>
                  <a:pt x="244650" y="323159"/>
                </a:cubicBezTo>
                <a:cubicBezTo>
                  <a:pt x="244342" y="323331"/>
                  <a:pt x="244088" y="323586"/>
                  <a:pt x="243916" y="323895"/>
                </a:cubicBezTo>
                <a:cubicBezTo>
                  <a:pt x="268192" y="320507"/>
                  <a:pt x="291142" y="310734"/>
                  <a:pt x="310442" y="295565"/>
                </a:cubicBezTo>
                <a:cubicBezTo>
                  <a:pt x="315749" y="291353"/>
                  <a:pt x="320762" y="286781"/>
                  <a:pt x="325449" y="281883"/>
                </a:cubicBezTo>
                <a:cubicBezTo>
                  <a:pt x="326298" y="281079"/>
                  <a:pt x="327455" y="280694"/>
                  <a:pt x="328614" y="280831"/>
                </a:cubicBezTo>
                <a:cubicBezTo>
                  <a:pt x="337710" y="280831"/>
                  <a:pt x="346785" y="280704"/>
                  <a:pt x="355861" y="280831"/>
                </a:cubicBezTo>
                <a:cubicBezTo>
                  <a:pt x="357919" y="281003"/>
                  <a:pt x="359891" y="279961"/>
                  <a:pt x="360912" y="278158"/>
                </a:cubicBezTo>
                <a:cubicBezTo>
                  <a:pt x="371568" y="262456"/>
                  <a:pt x="379537" y="245076"/>
                  <a:pt x="384491" y="226737"/>
                </a:cubicBezTo>
                <a:cubicBezTo>
                  <a:pt x="387315" y="216183"/>
                  <a:pt x="389153" y="205387"/>
                  <a:pt x="389983" y="194491"/>
                </a:cubicBezTo>
                <a:cubicBezTo>
                  <a:pt x="390318" y="190281"/>
                  <a:pt x="390507" y="186071"/>
                  <a:pt x="390507" y="181862"/>
                </a:cubicBezTo>
                <a:cubicBezTo>
                  <a:pt x="390501" y="172251"/>
                  <a:pt x="389715" y="162655"/>
                  <a:pt x="388159" y="153173"/>
                </a:cubicBezTo>
                <a:cubicBezTo>
                  <a:pt x="385212" y="135768"/>
                  <a:pt x="379650" y="118913"/>
                  <a:pt x="371664" y="103183"/>
                </a:cubicBezTo>
                <a:cubicBezTo>
                  <a:pt x="365936" y="91914"/>
                  <a:pt x="358969" y="81324"/>
                  <a:pt x="350893" y="71611"/>
                </a:cubicBezTo>
                <a:cubicBezTo>
                  <a:pt x="343746" y="63084"/>
                  <a:pt x="335794" y="55274"/>
                  <a:pt x="327146" y="48289"/>
                </a:cubicBezTo>
                <a:cubicBezTo>
                  <a:pt x="326002" y="47268"/>
                  <a:pt x="324397" y="46953"/>
                  <a:pt x="322955" y="47469"/>
                </a:cubicBezTo>
                <a:close/>
                <a:moveTo>
                  <a:pt x="279044" y="15391"/>
                </a:moveTo>
                <a:cubicBezTo>
                  <a:pt x="280107" y="14960"/>
                  <a:pt x="281293" y="14960"/>
                  <a:pt x="282356" y="15391"/>
                </a:cubicBezTo>
                <a:cubicBezTo>
                  <a:pt x="284473" y="16296"/>
                  <a:pt x="286694" y="17075"/>
                  <a:pt x="288790" y="17896"/>
                </a:cubicBezTo>
                <a:cubicBezTo>
                  <a:pt x="288958" y="17959"/>
                  <a:pt x="289126" y="18085"/>
                  <a:pt x="289650" y="18380"/>
                </a:cubicBezTo>
                <a:cubicBezTo>
                  <a:pt x="281266" y="21200"/>
                  <a:pt x="273217" y="23852"/>
                  <a:pt x="265211" y="26947"/>
                </a:cubicBezTo>
                <a:cubicBezTo>
                  <a:pt x="257204" y="30041"/>
                  <a:pt x="249282" y="33282"/>
                  <a:pt x="241422" y="36755"/>
                </a:cubicBezTo>
                <a:cubicBezTo>
                  <a:pt x="233562" y="40228"/>
                  <a:pt x="225807" y="43911"/>
                  <a:pt x="218115" y="47742"/>
                </a:cubicBezTo>
                <a:cubicBezTo>
                  <a:pt x="210429" y="51601"/>
                  <a:pt x="202835" y="55635"/>
                  <a:pt x="195332" y="59845"/>
                </a:cubicBezTo>
                <a:cubicBezTo>
                  <a:pt x="187814" y="64069"/>
                  <a:pt x="180403" y="68454"/>
                  <a:pt x="173094" y="73000"/>
                </a:cubicBezTo>
                <a:cubicBezTo>
                  <a:pt x="165785" y="77547"/>
                  <a:pt x="158569" y="82254"/>
                  <a:pt x="151443" y="87124"/>
                </a:cubicBezTo>
                <a:cubicBezTo>
                  <a:pt x="144373" y="92007"/>
                  <a:pt x="137386" y="97044"/>
                  <a:pt x="130483" y="102236"/>
                </a:cubicBezTo>
                <a:cubicBezTo>
                  <a:pt x="123581" y="107428"/>
                  <a:pt x="116804" y="112781"/>
                  <a:pt x="110153" y="118296"/>
                </a:cubicBezTo>
                <a:cubicBezTo>
                  <a:pt x="103516" y="123796"/>
                  <a:pt x="96990" y="129466"/>
                  <a:pt x="90577" y="135303"/>
                </a:cubicBezTo>
                <a:cubicBezTo>
                  <a:pt x="84163" y="141140"/>
                  <a:pt x="77910" y="147132"/>
                  <a:pt x="71818" y="153278"/>
                </a:cubicBezTo>
                <a:cubicBezTo>
                  <a:pt x="65740" y="159424"/>
                  <a:pt x="59850" y="165739"/>
                  <a:pt x="53814" y="172474"/>
                </a:cubicBezTo>
                <a:cubicBezTo>
                  <a:pt x="53793" y="170496"/>
                  <a:pt x="53940" y="169043"/>
                  <a:pt x="53940" y="167612"/>
                </a:cubicBezTo>
                <a:cubicBezTo>
                  <a:pt x="53730" y="163739"/>
                  <a:pt x="55616" y="161129"/>
                  <a:pt x="58131" y="158456"/>
                </a:cubicBezTo>
                <a:cubicBezTo>
                  <a:pt x="80821" y="134501"/>
                  <a:pt x="105627" y="112661"/>
                  <a:pt x="132244" y="93206"/>
                </a:cubicBezTo>
                <a:cubicBezTo>
                  <a:pt x="156774" y="75183"/>
                  <a:pt x="182675" y="59123"/>
                  <a:pt x="209710" y="45174"/>
                </a:cubicBezTo>
                <a:cubicBezTo>
                  <a:pt x="232078" y="33585"/>
                  <a:pt x="255249" y="23631"/>
                  <a:pt x="279044" y="15391"/>
                </a:cubicBezTo>
                <a:close/>
                <a:moveTo>
                  <a:pt x="261648" y="9456"/>
                </a:moveTo>
                <a:cubicBezTo>
                  <a:pt x="264037" y="10193"/>
                  <a:pt x="266469" y="10698"/>
                  <a:pt x="268900" y="11287"/>
                </a:cubicBezTo>
                <a:cubicBezTo>
                  <a:pt x="269067" y="11351"/>
                  <a:pt x="269227" y="11429"/>
                  <a:pt x="269382" y="11519"/>
                </a:cubicBezTo>
                <a:cubicBezTo>
                  <a:pt x="269005" y="12087"/>
                  <a:pt x="268376" y="12108"/>
                  <a:pt x="267852" y="12298"/>
                </a:cubicBezTo>
                <a:cubicBezTo>
                  <a:pt x="242275" y="21696"/>
                  <a:pt x="217451" y="33038"/>
                  <a:pt x="193593" y="46227"/>
                </a:cubicBezTo>
                <a:cubicBezTo>
                  <a:pt x="177984" y="54843"/>
                  <a:pt x="162747" y="64161"/>
                  <a:pt x="147880" y="74180"/>
                </a:cubicBezTo>
                <a:cubicBezTo>
                  <a:pt x="131120" y="85503"/>
                  <a:pt x="114947" y="97678"/>
                  <a:pt x="99422" y="110656"/>
                </a:cubicBezTo>
                <a:cubicBezTo>
                  <a:pt x="90437" y="118219"/>
                  <a:pt x="81690" y="126057"/>
                  <a:pt x="73180" y="134167"/>
                </a:cubicBezTo>
                <a:cubicBezTo>
                  <a:pt x="67605" y="139471"/>
                  <a:pt x="62261" y="145007"/>
                  <a:pt x="56853" y="150479"/>
                </a:cubicBezTo>
                <a:cubicBezTo>
                  <a:pt x="56769" y="150732"/>
                  <a:pt x="56602" y="150985"/>
                  <a:pt x="56371" y="150985"/>
                </a:cubicBezTo>
                <a:cubicBezTo>
                  <a:pt x="56015" y="151027"/>
                  <a:pt x="56036" y="150690"/>
                  <a:pt x="56057" y="150458"/>
                </a:cubicBezTo>
                <a:cubicBezTo>
                  <a:pt x="56043" y="150016"/>
                  <a:pt x="56167" y="149583"/>
                  <a:pt x="56413" y="149217"/>
                </a:cubicBezTo>
                <a:cubicBezTo>
                  <a:pt x="56806" y="146377"/>
                  <a:pt x="57380" y="143563"/>
                  <a:pt x="58132" y="140797"/>
                </a:cubicBezTo>
                <a:cubicBezTo>
                  <a:pt x="58380" y="140120"/>
                  <a:pt x="58808" y="139524"/>
                  <a:pt x="59368" y="139071"/>
                </a:cubicBezTo>
                <a:cubicBezTo>
                  <a:pt x="66760" y="131690"/>
                  <a:pt x="74354" y="124491"/>
                  <a:pt x="82151" y="117476"/>
                </a:cubicBezTo>
                <a:cubicBezTo>
                  <a:pt x="101750" y="100000"/>
                  <a:pt x="122497" y="83868"/>
                  <a:pt x="144254" y="69191"/>
                </a:cubicBezTo>
                <a:cubicBezTo>
                  <a:pt x="163134" y="56408"/>
                  <a:pt x="182729" y="44722"/>
                  <a:pt x="202940" y="34188"/>
                </a:cubicBezTo>
                <a:cubicBezTo>
                  <a:pt x="220404" y="25119"/>
                  <a:pt x="238335" y="16989"/>
                  <a:pt x="256660" y="9835"/>
                </a:cubicBezTo>
                <a:cubicBezTo>
                  <a:pt x="258227" y="9124"/>
                  <a:pt x="259992" y="8990"/>
                  <a:pt x="261648" y="9456"/>
                </a:cubicBezTo>
                <a:close/>
                <a:moveTo>
                  <a:pt x="245404" y="6677"/>
                </a:moveTo>
                <a:cubicBezTo>
                  <a:pt x="245634" y="6614"/>
                  <a:pt x="246158" y="6256"/>
                  <a:pt x="246033" y="6825"/>
                </a:cubicBezTo>
                <a:cubicBezTo>
                  <a:pt x="245907" y="7393"/>
                  <a:pt x="245488" y="7393"/>
                  <a:pt x="245027" y="7393"/>
                </a:cubicBezTo>
                <a:cubicBezTo>
                  <a:pt x="236643" y="10887"/>
                  <a:pt x="228301" y="14528"/>
                  <a:pt x="220064" y="18401"/>
                </a:cubicBezTo>
                <a:cubicBezTo>
                  <a:pt x="203994" y="25993"/>
                  <a:pt x="188275" y="34293"/>
                  <a:pt x="172905" y="43301"/>
                </a:cubicBezTo>
                <a:cubicBezTo>
                  <a:pt x="147433" y="58287"/>
                  <a:pt x="123089" y="75129"/>
                  <a:pt x="100071" y="93691"/>
                </a:cubicBezTo>
                <a:cubicBezTo>
                  <a:pt x="88166" y="103268"/>
                  <a:pt x="76638" y="113308"/>
                  <a:pt x="65572" y="123916"/>
                </a:cubicBezTo>
                <a:lnTo>
                  <a:pt x="62407" y="126842"/>
                </a:lnTo>
                <a:cubicBezTo>
                  <a:pt x="62176" y="122148"/>
                  <a:pt x="74501" y="95754"/>
                  <a:pt x="82507" y="83546"/>
                </a:cubicBezTo>
                <a:cubicBezTo>
                  <a:pt x="91237" y="70196"/>
                  <a:pt x="101729" y="58095"/>
                  <a:pt x="113695" y="47574"/>
                </a:cubicBezTo>
                <a:cubicBezTo>
                  <a:pt x="125704" y="37085"/>
                  <a:pt x="139107" y="28323"/>
                  <a:pt x="153518" y="21538"/>
                </a:cubicBezTo>
                <a:cubicBezTo>
                  <a:pt x="167768" y="14781"/>
                  <a:pt x="182897" y="10076"/>
                  <a:pt x="198455" y="7561"/>
                </a:cubicBezTo>
                <a:cubicBezTo>
                  <a:pt x="213981" y="5016"/>
                  <a:pt x="229793" y="4718"/>
                  <a:pt x="245404" y="6677"/>
                </a:cubicBezTo>
                <a:close/>
                <a:moveTo>
                  <a:pt x="416266" y="131"/>
                </a:moveTo>
                <a:cubicBezTo>
                  <a:pt x="431122" y="1575"/>
                  <a:pt x="442595" y="13881"/>
                  <a:pt x="443052" y="28862"/>
                </a:cubicBezTo>
                <a:cubicBezTo>
                  <a:pt x="442977" y="30144"/>
                  <a:pt x="443767" y="31318"/>
                  <a:pt x="444980" y="31724"/>
                </a:cubicBezTo>
                <a:cubicBezTo>
                  <a:pt x="453519" y="35548"/>
                  <a:pt x="461323" y="40849"/>
                  <a:pt x="468036" y="47384"/>
                </a:cubicBezTo>
                <a:cubicBezTo>
                  <a:pt x="477738" y="56923"/>
                  <a:pt x="484430" y="69119"/>
                  <a:pt x="487277" y="82451"/>
                </a:cubicBezTo>
                <a:cubicBezTo>
                  <a:pt x="489207" y="91549"/>
                  <a:pt x="489767" y="100886"/>
                  <a:pt x="488932" y="110150"/>
                </a:cubicBezTo>
                <a:cubicBezTo>
                  <a:pt x="487807" y="123049"/>
                  <a:pt x="484952" y="135737"/>
                  <a:pt x="480444" y="147869"/>
                </a:cubicBezTo>
                <a:cubicBezTo>
                  <a:pt x="475168" y="162253"/>
                  <a:pt x="468476" y="176074"/>
                  <a:pt x="460470" y="189123"/>
                </a:cubicBezTo>
                <a:cubicBezTo>
                  <a:pt x="453762" y="200176"/>
                  <a:pt x="446414" y="210824"/>
                  <a:pt x="438462" y="221012"/>
                </a:cubicBezTo>
                <a:cubicBezTo>
                  <a:pt x="438190" y="221369"/>
                  <a:pt x="437854" y="221685"/>
                  <a:pt x="437561" y="222022"/>
                </a:cubicBezTo>
                <a:cubicBezTo>
                  <a:pt x="436599" y="223510"/>
                  <a:pt x="435519" y="224918"/>
                  <a:pt x="434333" y="226232"/>
                </a:cubicBezTo>
                <a:cubicBezTo>
                  <a:pt x="434023" y="226802"/>
                  <a:pt x="433635" y="227326"/>
                  <a:pt x="433180" y="227789"/>
                </a:cubicBezTo>
                <a:cubicBezTo>
                  <a:pt x="432837" y="228469"/>
                  <a:pt x="432323" y="229050"/>
                  <a:pt x="431692" y="229473"/>
                </a:cubicBezTo>
                <a:cubicBezTo>
                  <a:pt x="431650" y="230083"/>
                  <a:pt x="431315" y="230483"/>
                  <a:pt x="430539" y="230799"/>
                </a:cubicBezTo>
                <a:cubicBezTo>
                  <a:pt x="430770" y="230115"/>
                  <a:pt x="431158" y="229494"/>
                  <a:pt x="431671" y="228989"/>
                </a:cubicBezTo>
                <a:lnTo>
                  <a:pt x="432803" y="227389"/>
                </a:lnTo>
                <a:cubicBezTo>
                  <a:pt x="433067" y="226783"/>
                  <a:pt x="433453" y="226240"/>
                  <a:pt x="433935" y="225789"/>
                </a:cubicBezTo>
                <a:cubicBezTo>
                  <a:pt x="434851" y="224165"/>
                  <a:pt x="435897" y="222615"/>
                  <a:pt x="437058" y="221159"/>
                </a:cubicBezTo>
                <a:cubicBezTo>
                  <a:pt x="439929" y="216423"/>
                  <a:pt x="443136" y="211940"/>
                  <a:pt x="445945" y="207183"/>
                </a:cubicBezTo>
                <a:cubicBezTo>
                  <a:pt x="453589" y="194691"/>
                  <a:pt x="460524" y="181775"/>
                  <a:pt x="466715" y="168496"/>
                </a:cubicBezTo>
                <a:cubicBezTo>
                  <a:pt x="471721" y="157743"/>
                  <a:pt x="475462" y="146442"/>
                  <a:pt x="477866" y="134819"/>
                </a:cubicBezTo>
                <a:cubicBezTo>
                  <a:pt x="479557" y="126606"/>
                  <a:pt x="480261" y="118216"/>
                  <a:pt x="479962" y="109835"/>
                </a:cubicBezTo>
                <a:cubicBezTo>
                  <a:pt x="479685" y="98430"/>
                  <a:pt x="477082" y="87205"/>
                  <a:pt x="472312" y="76852"/>
                </a:cubicBezTo>
                <a:cubicBezTo>
                  <a:pt x="467095" y="66064"/>
                  <a:pt x="458969" y="56963"/>
                  <a:pt x="448858" y="50584"/>
                </a:cubicBezTo>
                <a:cubicBezTo>
                  <a:pt x="446272" y="48900"/>
                  <a:pt x="443593" y="47368"/>
                  <a:pt x="440831" y="45995"/>
                </a:cubicBezTo>
                <a:cubicBezTo>
                  <a:pt x="439384" y="45280"/>
                  <a:pt x="439384" y="45301"/>
                  <a:pt x="438462" y="46732"/>
                </a:cubicBezTo>
                <a:cubicBezTo>
                  <a:pt x="434377" y="53474"/>
                  <a:pt x="427664" y="58185"/>
                  <a:pt x="419955" y="59719"/>
                </a:cubicBezTo>
                <a:cubicBezTo>
                  <a:pt x="404254" y="63069"/>
                  <a:pt x="388759" y="53219"/>
                  <a:pt x="385057" y="37534"/>
                </a:cubicBezTo>
                <a:cubicBezTo>
                  <a:pt x="384659" y="36039"/>
                  <a:pt x="384659" y="36039"/>
                  <a:pt x="383087" y="36039"/>
                </a:cubicBezTo>
                <a:cubicBezTo>
                  <a:pt x="374729" y="36508"/>
                  <a:pt x="366408" y="37485"/>
                  <a:pt x="358166" y="38965"/>
                </a:cubicBezTo>
                <a:cubicBezTo>
                  <a:pt x="349971" y="40270"/>
                  <a:pt x="341839" y="41912"/>
                  <a:pt x="333707" y="43575"/>
                </a:cubicBezTo>
                <a:cubicBezTo>
                  <a:pt x="333378" y="43576"/>
                  <a:pt x="333074" y="43752"/>
                  <a:pt x="332910" y="44038"/>
                </a:cubicBezTo>
                <a:cubicBezTo>
                  <a:pt x="333015" y="44627"/>
                  <a:pt x="333665" y="44901"/>
                  <a:pt x="334105" y="45280"/>
                </a:cubicBezTo>
                <a:cubicBezTo>
                  <a:pt x="353098" y="61237"/>
                  <a:pt x="368476" y="81087"/>
                  <a:pt x="379210" y="103499"/>
                </a:cubicBezTo>
                <a:cubicBezTo>
                  <a:pt x="386818" y="119273"/>
                  <a:pt x="392085" y="136078"/>
                  <a:pt x="394845" y="153383"/>
                </a:cubicBezTo>
                <a:cubicBezTo>
                  <a:pt x="396864" y="165903"/>
                  <a:pt x="397509" y="178608"/>
                  <a:pt x="396774" y="191270"/>
                </a:cubicBezTo>
                <a:cubicBezTo>
                  <a:pt x="395223" y="221224"/>
                  <a:pt x="386128" y="250294"/>
                  <a:pt x="370344" y="275758"/>
                </a:cubicBezTo>
                <a:cubicBezTo>
                  <a:pt x="360587" y="291612"/>
                  <a:pt x="348334" y="305773"/>
                  <a:pt x="334063" y="317686"/>
                </a:cubicBezTo>
                <a:cubicBezTo>
                  <a:pt x="329242" y="321706"/>
                  <a:pt x="324233" y="325432"/>
                  <a:pt x="319098" y="328968"/>
                </a:cubicBezTo>
                <a:cubicBezTo>
                  <a:pt x="317337" y="330147"/>
                  <a:pt x="315325" y="330884"/>
                  <a:pt x="313670" y="332252"/>
                </a:cubicBezTo>
                <a:cubicBezTo>
                  <a:pt x="313552" y="332694"/>
                  <a:pt x="313265" y="333073"/>
                  <a:pt x="312873" y="333304"/>
                </a:cubicBezTo>
                <a:lnTo>
                  <a:pt x="307549" y="336630"/>
                </a:lnTo>
                <a:lnTo>
                  <a:pt x="304846" y="338166"/>
                </a:lnTo>
                <a:lnTo>
                  <a:pt x="301408" y="340145"/>
                </a:lnTo>
                <a:cubicBezTo>
                  <a:pt x="300323" y="340905"/>
                  <a:pt x="299172" y="341568"/>
                  <a:pt x="297971" y="342123"/>
                </a:cubicBezTo>
                <a:cubicBezTo>
                  <a:pt x="297321" y="342687"/>
                  <a:pt x="296567" y="343117"/>
                  <a:pt x="295749" y="343386"/>
                </a:cubicBezTo>
                <a:cubicBezTo>
                  <a:pt x="295676" y="343576"/>
                  <a:pt x="295489" y="343696"/>
                  <a:pt x="295288" y="343681"/>
                </a:cubicBezTo>
                <a:cubicBezTo>
                  <a:pt x="295141" y="343946"/>
                  <a:pt x="294856" y="344102"/>
                  <a:pt x="294554" y="344081"/>
                </a:cubicBezTo>
                <a:cubicBezTo>
                  <a:pt x="294399" y="344352"/>
                  <a:pt x="294112" y="344521"/>
                  <a:pt x="293800" y="344523"/>
                </a:cubicBezTo>
                <a:cubicBezTo>
                  <a:pt x="293655" y="344792"/>
                  <a:pt x="293370" y="344956"/>
                  <a:pt x="293066" y="344944"/>
                </a:cubicBezTo>
                <a:cubicBezTo>
                  <a:pt x="292995" y="345125"/>
                  <a:pt x="292819" y="345243"/>
                  <a:pt x="292626" y="345238"/>
                </a:cubicBezTo>
                <a:cubicBezTo>
                  <a:pt x="287994" y="348122"/>
                  <a:pt x="283174" y="350711"/>
                  <a:pt x="278395" y="353300"/>
                </a:cubicBezTo>
                <a:cubicBezTo>
                  <a:pt x="256599" y="365194"/>
                  <a:pt x="233948" y="375438"/>
                  <a:pt x="210633" y="383946"/>
                </a:cubicBezTo>
                <a:cubicBezTo>
                  <a:pt x="192968" y="390402"/>
                  <a:pt x="174859" y="395565"/>
                  <a:pt x="156453" y="399396"/>
                </a:cubicBezTo>
                <a:cubicBezTo>
                  <a:pt x="147817" y="401220"/>
                  <a:pt x="139119" y="402622"/>
                  <a:pt x="130358" y="403605"/>
                </a:cubicBezTo>
                <a:cubicBezTo>
                  <a:pt x="118577" y="404992"/>
                  <a:pt x="106705" y="405449"/>
                  <a:pt x="94853" y="404973"/>
                </a:cubicBezTo>
                <a:cubicBezTo>
                  <a:pt x="80530" y="404529"/>
                  <a:pt x="66356" y="401917"/>
                  <a:pt x="52808" y="397228"/>
                </a:cubicBezTo>
                <a:cubicBezTo>
                  <a:pt x="41327" y="393306"/>
                  <a:pt x="30799" y="386994"/>
                  <a:pt x="21914" y="378705"/>
                </a:cubicBezTo>
                <a:cubicBezTo>
                  <a:pt x="11426" y="368621"/>
                  <a:pt x="4352" y="355489"/>
                  <a:pt x="1688" y="341155"/>
                </a:cubicBezTo>
                <a:cubicBezTo>
                  <a:pt x="-172" y="331366"/>
                  <a:pt x="-498" y="321347"/>
                  <a:pt x="724" y="311456"/>
                </a:cubicBezTo>
                <a:cubicBezTo>
                  <a:pt x="2699" y="295445"/>
                  <a:pt x="7095" y="279829"/>
                  <a:pt x="13761" y="265150"/>
                </a:cubicBezTo>
                <a:cubicBezTo>
                  <a:pt x="21442" y="247897"/>
                  <a:pt x="30904" y="231502"/>
                  <a:pt x="41993" y="216234"/>
                </a:cubicBezTo>
                <a:cubicBezTo>
                  <a:pt x="55802" y="197029"/>
                  <a:pt x="71229" y="179050"/>
                  <a:pt x="88104" y="162497"/>
                </a:cubicBezTo>
                <a:cubicBezTo>
                  <a:pt x="113892" y="137157"/>
                  <a:pt x="142171" y="114505"/>
                  <a:pt x="172508" y="94890"/>
                </a:cubicBezTo>
                <a:cubicBezTo>
                  <a:pt x="195316" y="79990"/>
                  <a:pt x="219207" y="66833"/>
                  <a:pt x="243979" y="55530"/>
                </a:cubicBezTo>
                <a:cubicBezTo>
                  <a:pt x="267374" y="44765"/>
                  <a:pt x="291670" y="36095"/>
                  <a:pt x="316583" y="29620"/>
                </a:cubicBezTo>
                <a:cubicBezTo>
                  <a:pt x="330194" y="26085"/>
                  <a:pt x="344033" y="23497"/>
                  <a:pt x="357999" y="21874"/>
                </a:cubicBezTo>
                <a:cubicBezTo>
                  <a:pt x="366053" y="20902"/>
                  <a:pt x="374156" y="20382"/>
                  <a:pt x="382270" y="20316"/>
                </a:cubicBezTo>
                <a:cubicBezTo>
                  <a:pt x="382521" y="20316"/>
                  <a:pt x="382773" y="20316"/>
                  <a:pt x="383024" y="20316"/>
                </a:cubicBezTo>
                <a:cubicBezTo>
                  <a:pt x="385015" y="20443"/>
                  <a:pt x="386043" y="19622"/>
                  <a:pt x="386923" y="17622"/>
                </a:cubicBezTo>
                <a:cubicBezTo>
                  <a:pt x="391878" y="6006"/>
                  <a:pt x="403739" y="-1064"/>
                  <a:pt x="416266" y="131"/>
                </a:cubicBezTo>
                <a:close/>
              </a:path>
            </a:pathLst>
          </a:custGeom>
          <a:solidFill>
            <a:schemeClr val="bg1"/>
          </a:solidFill>
          <a:ln w="2090" cap="flat">
            <a:noFill/>
            <a:prstDash val="solid"/>
            <a:miter/>
          </a:ln>
        </p:spPr>
        <p:txBody>
          <a:bodyPr rtlCol="0" anchor="ctr"/>
          <a:lstStyle/>
          <a:p>
            <a:endParaRPr lang="en-VN"/>
          </a:p>
        </p:txBody>
      </p:sp>
      <p:sp>
        <p:nvSpPr>
          <p:cNvPr id="5" name="Slide Number Placeholder 4">
            <a:extLst>
              <a:ext uri="{FF2B5EF4-FFF2-40B4-BE49-F238E27FC236}">
                <a16:creationId xmlns:a16="http://schemas.microsoft.com/office/drawing/2014/main" id="{BB42E132-2B15-1D22-000B-D9DC548D1B2D}"/>
              </a:ext>
            </a:extLst>
          </p:cNvPr>
          <p:cNvSpPr>
            <a:spLocks noGrp="1"/>
          </p:cNvSpPr>
          <p:nvPr userDrawn="1">
            <p:ph type="sldNum" sz="quarter" idx="12"/>
          </p:nvPr>
        </p:nvSpPr>
        <p:spPr>
          <a:xfrm>
            <a:off x="11899392" y="6542216"/>
            <a:ext cx="292608" cy="315784"/>
          </a:xfrm>
        </p:spPr>
        <p:txBody>
          <a:bodyPr/>
          <a:lstStyle>
            <a:lvl1pPr marL="0" algn="ctr" defTabSz="914400" rtl="0" eaLnBrk="1" latinLnBrk="0" hangingPunct="1">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33" name="Text Placeholder 32">
            <a:extLst>
              <a:ext uri="{FF2B5EF4-FFF2-40B4-BE49-F238E27FC236}">
                <a16:creationId xmlns:a16="http://schemas.microsoft.com/office/drawing/2014/main" id="{16FB8E2A-4378-29FE-41E3-42BAD72ADA63}"/>
              </a:ext>
            </a:extLst>
          </p:cNvPr>
          <p:cNvSpPr>
            <a:spLocks noGrp="1"/>
          </p:cNvSpPr>
          <p:nvPr userDrawn="1">
            <p:ph type="body" sz="quarter" idx="13" hasCustomPrompt="1"/>
          </p:nvPr>
        </p:nvSpPr>
        <p:spPr>
          <a:xfrm>
            <a:off x="1470930" y="2095027"/>
            <a:ext cx="6264164" cy="884656"/>
          </a:xfrm>
        </p:spPr>
        <p:txBody>
          <a:bodyPr anchor="ctr">
            <a:normAutofit/>
          </a:bodyPr>
          <a:lstStyle>
            <a:lvl1pPr marL="0" indent="0" algn="l" defTabSz="914400" rtl="0" eaLnBrk="1" latinLnBrk="0" hangingPunct="1">
              <a:buNone/>
              <a:defRPr lang="en-VN" sz="44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TÊN MỤC</a:t>
            </a:r>
          </a:p>
        </p:txBody>
      </p:sp>
      <p:sp>
        <p:nvSpPr>
          <p:cNvPr id="35" name="Text Placeholder 34">
            <a:extLst>
              <a:ext uri="{FF2B5EF4-FFF2-40B4-BE49-F238E27FC236}">
                <a16:creationId xmlns:a16="http://schemas.microsoft.com/office/drawing/2014/main" id="{5224296A-39BF-05BD-6DFB-8046C021F7C6}"/>
              </a:ext>
            </a:extLst>
          </p:cNvPr>
          <p:cNvSpPr>
            <a:spLocks noGrp="1"/>
          </p:cNvSpPr>
          <p:nvPr userDrawn="1">
            <p:ph type="body" sz="quarter" idx="14" hasCustomPrompt="1"/>
          </p:nvPr>
        </p:nvSpPr>
        <p:spPr>
          <a:xfrm>
            <a:off x="1470930" y="3169159"/>
            <a:ext cx="8913813" cy="695175"/>
          </a:xfrm>
        </p:spPr>
        <p:txBody>
          <a:bodyPr anchor="ctr">
            <a:normAutofit/>
          </a:bodyPr>
          <a:lstStyle>
            <a:lvl1pPr marL="0" indent="0" algn="l" defTabSz="914400" rtl="0" eaLnBrk="1" latinLnBrk="0" hangingPunct="1">
              <a:buNone/>
              <a:defRPr lang="en-VN" sz="2800" b="1" kern="1200" spc="100" dirty="0">
                <a:solidFill>
                  <a:schemeClr val="bg1"/>
                </a:solidFill>
                <a:latin typeface="Times New Roman" panose="02020603050405020304" pitchFamily="18" charset="0"/>
                <a:ea typeface="+mn-ea"/>
                <a:cs typeface="Times New Roman" panose="02020603050405020304" pitchFamily="18" charset="0"/>
              </a:defRPr>
            </a:lvl1pPr>
          </a:lstStyle>
          <a:p>
            <a:pPr lvl="0"/>
            <a:r>
              <a:rPr lang="en-VN" dirty="0"/>
              <a:t>1.x. TÊN MỤC CON (NẾU CÓ)</a:t>
            </a:r>
          </a:p>
        </p:txBody>
      </p:sp>
      <p:sp>
        <p:nvSpPr>
          <p:cNvPr id="37" name="Text Placeholder 36">
            <a:extLst>
              <a:ext uri="{FF2B5EF4-FFF2-40B4-BE49-F238E27FC236}">
                <a16:creationId xmlns:a16="http://schemas.microsoft.com/office/drawing/2014/main" id="{BE1131F0-02AD-0F75-0384-22C665D9450D}"/>
              </a:ext>
            </a:extLst>
          </p:cNvPr>
          <p:cNvSpPr>
            <a:spLocks noGrp="1"/>
          </p:cNvSpPr>
          <p:nvPr userDrawn="1">
            <p:ph type="body" sz="quarter" idx="15" hasCustomPrompt="1"/>
          </p:nvPr>
        </p:nvSpPr>
        <p:spPr>
          <a:xfrm>
            <a:off x="1470930" y="4137397"/>
            <a:ext cx="7147030" cy="916698"/>
          </a:xfrm>
        </p:spPr>
        <p:txBody>
          <a:bodyPr anchor="ctr">
            <a:normAutofit/>
          </a:bodyPr>
          <a:lstStyle>
            <a:lvl1pPr marL="0" indent="0" algn="l" defTabSz="914400" rtl="0" eaLnBrk="1" latinLnBrk="0" hangingPunct="1">
              <a:lnSpc>
                <a:spcPct val="150000"/>
              </a:lnSpc>
              <a:buNone/>
              <a:defRPr lang="en-US" sz="1000" kern="1200" spc="100" dirty="0" smtClean="0">
                <a:solidFill>
                  <a:schemeClr val="bg1">
                    <a:lumMod val="95000"/>
                  </a:schemeClr>
                </a:solidFill>
                <a:latin typeface="Times New Roman" panose="02020603050405020304" pitchFamily="18" charset="0"/>
                <a:ea typeface="+mn-ea"/>
                <a:cs typeface="Times New Roman" panose="02020603050405020304" pitchFamily="18" charset="0"/>
              </a:defRPr>
            </a:lvl1pPr>
          </a:lstStyle>
          <a:p>
            <a:pPr lvl="0"/>
            <a:r>
              <a:rPr lang="en-VN" dirty="0"/>
              <a:t>(Tóm tắt mục nếu có) </a:t>
            </a:r>
            <a:r>
              <a:rPr lang="en-US" dirty="0"/>
              <a:t>Lorem ipsum dolor sit amet, consectetuer adipiscing elit. Maecenas porttitor congue massa. Fusce posuere, magna sed pulvinar ultricies, purus lectus malesuada libero, sit amet commodo magna eros quis </a:t>
            </a:r>
            <a:r>
              <a:rPr lang="en-US" dirty="0" err="1"/>
              <a:t>urna</a:t>
            </a:r>
            <a:r>
              <a:rPr lang="en-US" dirty="0"/>
              <a:t>.</a:t>
            </a:r>
          </a:p>
        </p:txBody>
      </p:sp>
      <p:sp>
        <p:nvSpPr>
          <p:cNvPr id="39" name="Text Placeholder 38">
            <a:extLst>
              <a:ext uri="{FF2B5EF4-FFF2-40B4-BE49-F238E27FC236}">
                <a16:creationId xmlns:a16="http://schemas.microsoft.com/office/drawing/2014/main" id="{9E2EB23E-8F15-CEEB-55D8-12309376C6F8}"/>
              </a:ext>
            </a:extLst>
          </p:cNvPr>
          <p:cNvSpPr>
            <a:spLocks noGrp="1"/>
          </p:cNvSpPr>
          <p:nvPr>
            <p:ph type="body" sz="quarter" idx="16" hasCustomPrompt="1"/>
          </p:nvPr>
        </p:nvSpPr>
        <p:spPr>
          <a:xfrm>
            <a:off x="8896576" y="5231902"/>
            <a:ext cx="2521280" cy="1577819"/>
          </a:xfrm>
        </p:spPr>
        <p:txBody>
          <a:bodyPr>
            <a:normAutofit/>
          </a:bodyPr>
          <a:lstStyle>
            <a:lvl1pPr marL="0" indent="0" algn="r" defTabSz="914400" rtl="0" eaLnBrk="1" latinLnBrk="0" hangingPunct="1">
              <a:buNone/>
              <a:defRPr lang="en-VN" sz="12000" b="1" kern="1200" spc="100" dirty="0">
                <a:solidFill>
                  <a:srgbClr val="00F7FF"/>
                </a:solidFill>
                <a:effectLst>
                  <a:innerShdw blurRad="114300">
                    <a:srgbClr val="0072FF"/>
                  </a:innerShdw>
                </a:effectLst>
                <a:latin typeface="Arial" panose="020B0604020202020204" pitchFamily="34" charset="0"/>
                <a:ea typeface="+mn-ea"/>
                <a:cs typeface="Arial" panose="020B0604020202020204" pitchFamily="34" charset="0"/>
              </a:defRPr>
            </a:lvl1pPr>
          </a:lstStyle>
          <a:p>
            <a:pPr lvl="0"/>
            <a:r>
              <a:rPr lang="en-VN" dirty="0"/>
              <a:t>01.</a:t>
            </a:r>
          </a:p>
        </p:txBody>
      </p:sp>
      <p:cxnSp>
        <p:nvCxnSpPr>
          <p:cNvPr id="41" name="Straight Connector 40">
            <a:extLst>
              <a:ext uri="{FF2B5EF4-FFF2-40B4-BE49-F238E27FC236}">
                <a16:creationId xmlns:a16="http://schemas.microsoft.com/office/drawing/2014/main" id="{88382EF5-131E-F7DD-C939-044C31C113C7}"/>
              </a:ext>
            </a:extLst>
          </p:cNvPr>
          <p:cNvCxnSpPr/>
          <p:nvPr userDrawn="1"/>
        </p:nvCxnSpPr>
        <p:spPr>
          <a:xfrm>
            <a:off x="1574156" y="2979683"/>
            <a:ext cx="3565003" cy="0"/>
          </a:xfrm>
          <a:prstGeom prst="line">
            <a:avLst/>
          </a:prstGeom>
          <a:ln w="25400" cap="rnd">
            <a:solidFill>
              <a:srgbClr val="00F7FF"/>
            </a:solidFill>
            <a:round/>
          </a:ln>
        </p:spPr>
        <p:style>
          <a:lnRef idx="1">
            <a:schemeClr val="accent1"/>
          </a:lnRef>
          <a:fillRef idx="0">
            <a:schemeClr val="accent1"/>
          </a:fillRef>
          <a:effectRef idx="0">
            <a:schemeClr val="accent1"/>
          </a:effectRef>
          <a:fontRef idx="minor">
            <a:schemeClr val="tx1"/>
          </a:fontRef>
        </p:style>
      </p:cxnSp>
      <p:sp>
        <p:nvSpPr>
          <p:cNvPr id="2" name="Date Placeholder 1">
            <a:extLst>
              <a:ext uri="{FF2B5EF4-FFF2-40B4-BE49-F238E27FC236}">
                <a16:creationId xmlns:a16="http://schemas.microsoft.com/office/drawing/2014/main" id="{91C15ADC-6970-920B-F52B-57201C4697FC}"/>
              </a:ext>
            </a:extLst>
          </p:cNvPr>
          <p:cNvSpPr>
            <a:spLocks noGrp="1"/>
          </p:cNvSpPr>
          <p:nvPr>
            <p:ph type="dt" sz="half" idx="17"/>
          </p:nvPr>
        </p:nvSpPr>
        <p:spPr>
          <a:xfrm>
            <a:off x="838200" y="6481647"/>
            <a:ext cx="2090098" cy="239828"/>
          </a:xfrm>
        </p:spPr>
        <p:txBody>
          <a:bodyPr/>
          <a:lstStyle>
            <a:lvl1pPr marL="0" algn="ctr" defTabSz="914400" rtl="0" eaLnBrk="1" latinLnBrk="0" hangingPunct="1">
              <a:defRPr lang="en-US"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December 5, 2024</a:t>
            </a:fld>
            <a:endParaRPr lang="en-US" dirty="0"/>
          </a:p>
        </p:txBody>
      </p:sp>
      <p:sp>
        <p:nvSpPr>
          <p:cNvPr id="3" name="Footer Placeholder 2">
            <a:extLst>
              <a:ext uri="{FF2B5EF4-FFF2-40B4-BE49-F238E27FC236}">
                <a16:creationId xmlns:a16="http://schemas.microsoft.com/office/drawing/2014/main" id="{DDBDDEB0-1D95-2535-D22B-34266EA304CC}"/>
              </a:ext>
            </a:extLst>
          </p:cNvPr>
          <p:cNvSpPr>
            <a:spLocks noGrp="1"/>
          </p:cNvSpPr>
          <p:nvPr>
            <p:ph type="ftr" sz="quarter" idx="18"/>
          </p:nvPr>
        </p:nvSpPr>
        <p:spPr>
          <a:xfrm>
            <a:off x="3677478" y="6481647"/>
            <a:ext cx="4475922" cy="239828"/>
          </a:xfrm>
        </p:spPr>
        <p:txBody>
          <a:bodyPr/>
          <a:lstStyle>
            <a:lvl1pPr marL="0" algn="ctr" defTabSz="914400" rtl="0" eaLnBrk="1" latinLnBrk="0" hangingPunct="1">
              <a:defRPr lang="vi-VN" sz="1100" kern="1200" smtClean="0">
                <a:solidFill>
                  <a:schemeClr val="bg1">
                    <a:lumMod val="85000"/>
                  </a:schemeClr>
                </a:solidFill>
                <a:latin typeface="Arial" panose="020B0604020202020204" pitchFamily="34" charset="0"/>
                <a:ea typeface="+mn-ea"/>
                <a:cs typeface="Arial" panose="020B0604020202020204" pitchFamily="34" charset="0"/>
              </a:defRPr>
            </a:lvl1pPr>
          </a:lstStyle>
          <a:p>
            <a:r>
              <a:rPr lang="vi-VN"/>
              <a:t>Thực hiện bởi Trường Đại học Công nghệ Thông tin, ĐHQG-HCM</a:t>
            </a:r>
            <a:endParaRPr lang="vi-VN" dirty="0"/>
          </a:p>
        </p:txBody>
      </p:sp>
    </p:spTree>
    <p:extLst>
      <p:ext uri="{BB962C8B-B14F-4D97-AF65-F5344CB8AC3E}">
        <p14:creationId xmlns:p14="http://schemas.microsoft.com/office/powerpoint/2010/main" val="1673557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Trang trốn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FCF4205-FE69-B110-BFEC-96C243E846C8}"/>
              </a:ext>
            </a:extLst>
          </p:cNvPr>
          <p:cNvSpPr>
            <a:spLocks noGrp="1"/>
          </p:cNvSpPr>
          <p:nvPr>
            <p:ph type="ftr" sz="quarter" idx="11"/>
          </p:nvPr>
        </p:nvSpPr>
        <p:spPr>
          <a:xfrm>
            <a:off x="3684104" y="6481647"/>
            <a:ext cx="4823792" cy="239828"/>
          </a:xfrm>
        </p:spPr>
        <p:txBody>
          <a:bodyPr/>
          <a:lstStyle>
            <a:lvl1pPr>
              <a:defRPr lang="en-VN" sz="1100" kern="1200" dirty="0">
                <a:solidFill>
                  <a:schemeClr val="tx1">
                    <a:tint val="75000"/>
                  </a:schemeClr>
                </a:solidFill>
                <a:latin typeface="Arial" panose="020B0604020202020204" pitchFamily="34" charset="0"/>
                <a:ea typeface="+mn-ea"/>
                <a:cs typeface="Arial" panose="020B0604020202020204" pitchFamily="34" charset="0"/>
              </a:defRPr>
            </a:lvl1pPr>
          </a:lstStyle>
          <a:p>
            <a:r>
              <a:rPr lang="vi-VN" dirty="0"/>
              <a:t>Thực hiện bởi Trường Đại học Công nghệ Thông tin, ĐHQG-HCM</a:t>
            </a:r>
            <a:endParaRPr lang="en-VN" dirty="0"/>
          </a:p>
        </p:txBody>
      </p:sp>
      <p:sp>
        <p:nvSpPr>
          <p:cNvPr id="5" name="Freeform 4">
            <a:extLst>
              <a:ext uri="{FF2B5EF4-FFF2-40B4-BE49-F238E27FC236}">
                <a16:creationId xmlns:a16="http://schemas.microsoft.com/office/drawing/2014/main" id="{7B001B7A-ACFD-E95F-12D9-19AAE5D26050}"/>
              </a:ext>
            </a:extLst>
          </p:cNvPr>
          <p:cNvSpPr/>
          <p:nvPr userDrawn="1"/>
        </p:nvSpPr>
        <p:spPr>
          <a:xfrm rot="10800000">
            <a:off x="-2" y="0"/>
            <a:ext cx="12192000" cy="6858000"/>
          </a:xfrm>
          <a:custGeom>
            <a:avLst/>
            <a:gdLst>
              <a:gd name="connsiteX0" fmla="*/ 0 w 12192000"/>
              <a:gd name="connsiteY0" fmla="*/ 616911 h 6858000"/>
              <a:gd name="connsiteX1" fmla="*/ 0 w 12192000"/>
              <a:gd name="connsiteY1" fmla="*/ 0 h 6858000"/>
              <a:gd name="connsiteX2" fmla="*/ 715617 w 12192000"/>
              <a:gd name="connsiteY2" fmla="*/ 0 h 6858000"/>
              <a:gd name="connsiteX3" fmla="*/ 12192000 w 12192000"/>
              <a:gd name="connsiteY3" fmla="*/ 6858000 h 6858000"/>
              <a:gd name="connsiteX4" fmla="*/ 11476383 w 12192000"/>
              <a:gd name="connsiteY4" fmla="*/ 6858000 h 6858000"/>
              <a:gd name="connsiteX5" fmla="*/ 12192000 w 12192000"/>
              <a:gd name="connsiteY5" fmla="*/ 62410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616911"/>
                </a:moveTo>
                <a:lnTo>
                  <a:pt x="0" y="0"/>
                </a:lnTo>
                <a:lnTo>
                  <a:pt x="715617" y="0"/>
                </a:lnTo>
                <a:close/>
                <a:moveTo>
                  <a:pt x="12192000" y="6858000"/>
                </a:moveTo>
                <a:lnTo>
                  <a:pt x="11476383" y="6858000"/>
                </a:lnTo>
                <a:lnTo>
                  <a:pt x="12192000" y="6241089"/>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Isosceles Triangle 12">
            <a:extLst>
              <a:ext uri="{FF2B5EF4-FFF2-40B4-BE49-F238E27FC236}">
                <a16:creationId xmlns:a16="http://schemas.microsoft.com/office/drawing/2014/main" id="{EC54FC6D-4EA2-05B8-622E-978CA44EE451}"/>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686BFCC2-A4FC-FD21-E540-274D8A5E86A6}"/>
              </a:ext>
            </a:extLst>
          </p:cNvPr>
          <p:cNvGrpSpPr/>
          <p:nvPr userDrawn="1"/>
        </p:nvGrpSpPr>
        <p:grpSpPr>
          <a:xfrm>
            <a:off x="58527" y="40944"/>
            <a:ext cx="2869771" cy="1563379"/>
            <a:chOff x="44879" y="27296"/>
            <a:chExt cx="2869771" cy="1563379"/>
          </a:xfrm>
          <a:solidFill>
            <a:srgbClr val="0072FF"/>
          </a:solidFill>
        </p:grpSpPr>
        <p:cxnSp>
          <p:nvCxnSpPr>
            <p:cNvPr id="8" name="Straight Connector 7">
              <a:extLst>
                <a:ext uri="{FF2B5EF4-FFF2-40B4-BE49-F238E27FC236}">
                  <a16:creationId xmlns:a16="http://schemas.microsoft.com/office/drawing/2014/main" id="{FE02FF7A-C97B-6315-EE50-502DD70172C7}"/>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BB8E8B-5D54-0BE8-2B45-A52136DC7C14}"/>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26865F1-6407-106A-3054-46BDFFCABBCE}"/>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1" name="Isosceles Triangle 12">
            <a:extLst>
              <a:ext uri="{FF2B5EF4-FFF2-40B4-BE49-F238E27FC236}">
                <a16:creationId xmlns:a16="http://schemas.microsoft.com/office/drawing/2014/main" id="{F7A0C3F8-4035-744F-55A7-EA06C1D5C7EA}"/>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CC9E4668-1010-687F-A942-6C4D5A705103}"/>
              </a:ext>
            </a:extLst>
          </p:cNvPr>
          <p:cNvGrpSpPr/>
          <p:nvPr userDrawn="1"/>
        </p:nvGrpSpPr>
        <p:grpSpPr>
          <a:xfrm flipH="1" flipV="1">
            <a:off x="9263702" y="5253677"/>
            <a:ext cx="2869771" cy="1563379"/>
            <a:chOff x="44879" y="27296"/>
            <a:chExt cx="2869771" cy="1563379"/>
          </a:xfrm>
          <a:solidFill>
            <a:srgbClr val="0072FF"/>
          </a:solidFill>
        </p:grpSpPr>
        <p:cxnSp>
          <p:nvCxnSpPr>
            <p:cNvPr id="13" name="Straight Connector 12">
              <a:extLst>
                <a:ext uri="{FF2B5EF4-FFF2-40B4-BE49-F238E27FC236}">
                  <a16:creationId xmlns:a16="http://schemas.microsoft.com/office/drawing/2014/main" id="{5C38CE8D-69BB-4124-0995-8FFFD3591CF4}"/>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67A915F-DF8B-DE38-6935-2EF2855BD441}"/>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9EE0435-0ACC-2AB8-1B9F-A6029A49FCEA}"/>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6" name="Oval 15">
            <a:extLst>
              <a:ext uri="{FF2B5EF4-FFF2-40B4-BE49-F238E27FC236}">
                <a16:creationId xmlns:a16="http://schemas.microsoft.com/office/drawing/2014/main" id="{193E2330-6133-BE87-4D2E-C83A58844D20}"/>
              </a:ext>
            </a:extLst>
          </p:cNvPr>
          <p:cNvSpPr/>
          <p:nvPr userDrawn="1"/>
        </p:nvSpPr>
        <p:spPr>
          <a:xfrm>
            <a:off x="11926541" y="6589084"/>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037ACE3-8FB7-24F0-3868-FE9125A2AECB}"/>
              </a:ext>
            </a:extLst>
          </p:cNvPr>
          <p:cNvSpPr/>
          <p:nvPr userDrawn="1"/>
        </p:nvSpPr>
        <p:spPr>
          <a:xfrm>
            <a:off x="16026" y="4629289"/>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CA5D02D-0007-4DC9-960D-BEF3BFABF7BF}"/>
              </a:ext>
            </a:extLst>
          </p:cNvPr>
          <p:cNvSpPr/>
          <p:nvPr userDrawn="1"/>
        </p:nvSpPr>
        <p:spPr>
          <a:xfrm>
            <a:off x="16026" y="5005641"/>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0C732A1-B62D-CEEA-BA05-6809BA51F8BD}"/>
              </a:ext>
            </a:extLst>
          </p:cNvPr>
          <p:cNvSpPr/>
          <p:nvPr userDrawn="1"/>
        </p:nvSpPr>
        <p:spPr>
          <a:xfrm>
            <a:off x="16026" y="5381993"/>
            <a:ext cx="434350" cy="346950"/>
          </a:xfrm>
          <a:prstGeom prst="rect">
            <a:avLst/>
          </a:prstGeom>
          <a:gradFill flip="none" rotWithShape="1">
            <a:gsLst>
              <a:gs pos="0">
                <a:srgbClr val="0072FF"/>
              </a:gs>
              <a:gs pos="100000">
                <a:srgbClr val="00C6FF"/>
              </a:gs>
            </a:gsLst>
            <a:lin ang="2700000" scaled="1"/>
            <a:tileRect/>
          </a:grad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F4BF2B8-4151-6AB5-64CB-17CA8871FA1F}"/>
              </a:ext>
            </a:extLst>
          </p:cNvPr>
          <p:cNvSpPr/>
          <p:nvPr userDrawn="1"/>
        </p:nvSpPr>
        <p:spPr>
          <a:xfrm>
            <a:off x="16026" y="5758345"/>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AEE115-474E-0C83-1F8A-40C90DC3E1A5}"/>
              </a:ext>
            </a:extLst>
          </p:cNvPr>
          <p:cNvSpPr/>
          <p:nvPr userDrawn="1"/>
        </p:nvSpPr>
        <p:spPr>
          <a:xfrm>
            <a:off x="16026" y="6134697"/>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8BB15EA-009D-0AD0-1DD5-9E5E43B737E1}"/>
              </a:ext>
            </a:extLst>
          </p:cNvPr>
          <p:cNvSpPr/>
          <p:nvPr userDrawn="1"/>
        </p:nvSpPr>
        <p:spPr>
          <a:xfrm>
            <a:off x="16026" y="6511050"/>
            <a:ext cx="434350" cy="346950"/>
          </a:xfrm>
          <a:prstGeom prst="rect">
            <a:avLst/>
          </a:prstGeom>
          <a:noFill/>
          <a:ln>
            <a:gradFill flip="none" rotWithShape="1">
              <a:gsLst>
                <a:gs pos="0">
                  <a:srgbClr val="0072FF"/>
                </a:gs>
                <a:gs pos="100000">
                  <a:srgbClr val="00C6FF"/>
                </a:gs>
              </a:gsLst>
              <a:path path="shape">
                <a:fillToRect l="50000" t="50000" r="50000" b="50000"/>
              </a:path>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picture containing clipart, vector graphics&#10;&#10;Description automatically generated">
            <a:extLst>
              <a:ext uri="{FF2B5EF4-FFF2-40B4-BE49-F238E27FC236}">
                <a16:creationId xmlns:a16="http://schemas.microsoft.com/office/drawing/2014/main" id="{0750E473-BE75-9843-7989-024278E0E26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4" name="Slide Number Placeholder 3">
            <a:extLst>
              <a:ext uri="{FF2B5EF4-FFF2-40B4-BE49-F238E27FC236}">
                <a16:creationId xmlns:a16="http://schemas.microsoft.com/office/drawing/2014/main" id="{807543E0-8536-7E05-8D77-79C6CEA07DB9}"/>
              </a:ext>
            </a:extLst>
          </p:cNvPr>
          <p:cNvSpPr>
            <a:spLocks noGrp="1"/>
          </p:cNvSpPr>
          <p:nvPr>
            <p:ph type="sldNum" sz="quarter" idx="12"/>
          </p:nvPr>
        </p:nvSpPr>
        <p:spPr>
          <a:xfrm>
            <a:off x="11897699" y="6560242"/>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2" name="Date Placeholder 1">
            <a:extLst>
              <a:ext uri="{FF2B5EF4-FFF2-40B4-BE49-F238E27FC236}">
                <a16:creationId xmlns:a16="http://schemas.microsoft.com/office/drawing/2014/main" id="{90AD0C70-2015-36A0-DCB1-0E2322D0D364}"/>
              </a:ext>
            </a:extLst>
          </p:cNvPr>
          <p:cNvSpPr>
            <a:spLocks noGrp="1"/>
          </p:cNvSpPr>
          <p:nvPr>
            <p:ph type="dt" sz="half" idx="13"/>
          </p:nvPr>
        </p:nvSpPr>
        <p:spPr>
          <a:xfrm>
            <a:off x="838200" y="6481647"/>
            <a:ext cx="2148299" cy="239828"/>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December 5, 2024</a:t>
            </a:fld>
            <a:endParaRPr lang="en-US" dirty="0"/>
          </a:p>
        </p:txBody>
      </p:sp>
    </p:spTree>
    <p:extLst>
      <p:ext uri="{BB962C8B-B14F-4D97-AF65-F5344CB8AC3E}">
        <p14:creationId xmlns:p14="http://schemas.microsoft.com/office/powerpoint/2010/main" val="489189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êu đề">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454F319A-62FB-D9AB-91DD-E1478E7A521A}"/>
              </a:ext>
            </a:extLst>
          </p:cNvPr>
          <p:cNvSpPr>
            <a:spLocks noGrp="1"/>
          </p:cNvSpPr>
          <p:nvPr>
            <p:ph type="ftr" sz="quarter" idx="11"/>
          </p:nvPr>
        </p:nvSpPr>
        <p:spPr>
          <a:xfrm>
            <a:off x="2353680" y="6480629"/>
            <a:ext cx="4288103" cy="236770"/>
          </a:xfrm>
        </p:spPr>
        <p:txBody>
          <a:bodyPr/>
          <a:lstStyle>
            <a:lvl1pPr algn="l">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sp>
        <p:nvSpPr>
          <p:cNvPr id="7" name="Freeform 6">
            <a:extLst>
              <a:ext uri="{FF2B5EF4-FFF2-40B4-BE49-F238E27FC236}">
                <a16:creationId xmlns:a16="http://schemas.microsoft.com/office/drawing/2014/main" id="{88E55FBA-E532-BB1F-9AD4-40205F001925}"/>
              </a:ext>
            </a:extLst>
          </p:cNvPr>
          <p:cNvSpPr/>
          <p:nvPr userDrawn="1"/>
        </p:nvSpPr>
        <p:spPr>
          <a:xfrm rot="10800000">
            <a:off x="-1" y="0"/>
            <a:ext cx="12192000" cy="6858000"/>
          </a:xfrm>
          <a:custGeom>
            <a:avLst/>
            <a:gdLst>
              <a:gd name="connsiteX0" fmla="*/ 12192000 w 12192000"/>
              <a:gd name="connsiteY0" fmla="*/ 304800 h 6858000"/>
              <a:gd name="connsiteX1" fmla="*/ 9909279 w 12192000"/>
              <a:gd name="connsiteY1" fmla="*/ 304800 h 6858000"/>
              <a:gd name="connsiteX2" fmla="*/ 9732789 w 12192000"/>
              <a:gd name="connsiteY2" fmla="*/ 152400 h 6858000"/>
              <a:gd name="connsiteX3" fmla="*/ 5617499 w 12192000"/>
              <a:gd name="connsiteY3" fmla="*/ 152400 h 6858000"/>
              <a:gd name="connsiteX4" fmla="*/ 5441009 w 12192000"/>
              <a:gd name="connsiteY4" fmla="*/ 0 h 6858000"/>
              <a:gd name="connsiteX5" fmla="*/ 12192000 w 12192000"/>
              <a:gd name="connsiteY5" fmla="*/ 0 h 6858000"/>
              <a:gd name="connsiteX6" fmla="*/ 0 w 12192000"/>
              <a:gd name="connsiteY6" fmla="*/ 616911 h 6858000"/>
              <a:gd name="connsiteX7" fmla="*/ 0 w 12192000"/>
              <a:gd name="connsiteY7" fmla="*/ 0 h 6858000"/>
              <a:gd name="connsiteX8" fmla="*/ 715617 w 12192000"/>
              <a:gd name="connsiteY8" fmla="*/ 0 h 6858000"/>
              <a:gd name="connsiteX9" fmla="*/ 12191999 w 12192000"/>
              <a:gd name="connsiteY9" fmla="*/ 6858000 h 6858000"/>
              <a:gd name="connsiteX10" fmla="*/ 11476382 w 12192000"/>
              <a:gd name="connsiteY10" fmla="*/ 6858000 h 6858000"/>
              <a:gd name="connsiteX11" fmla="*/ 12191999 w 12192000"/>
              <a:gd name="connsiteY11" fmla="*/ 6241089 h 6858000"/>
              <a:gd name="connsiteX12" fmla="*/ 6750991 w 12192000"/>
              <a:gd name="connsiteY12" fmla="*/ 6858000 h 6858000"/>
              <a:gd name="connsiteX13" fmla="*/ 0 w 12192000"/>
              <a:gd name="connsiteY13" fmla="*/ 6858000 h 6858000"/>
              <a:gd name="connsiteX14" fmla="*/ 0 w 12192000"/>
              <a:gd name="connsiteY14" fmla="*/ 6553200 h 6858000"/>
              <a:gd name="connsiteX15" fmla="*/ 2282721 w 12192000"/>
              <a:gd name="connsiteY15" fmla="*/ 6553200 h 6858000"/>
              <a:gd name="connsiteX16" fmla="*/ 2459211 w 12192000"/>
              <a:gd name="connsiteY16" fmla="*/ 6705600 h 6858000"/>
              <a:gd name="connsiteX17" fmla="*/ 6574500 w 12192000"/>
              <a:gd name="connsiteY17" fmla="*/ 6705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6858000">
                <a:moveTo>
                  <a:pt x="12192000" y="304800"/>
                </a:moveTo>
                <a:lnTo>
                  <a:pt x="9909279" y="304800"/>
                </a:lnTo>
                <a:lnTo>
                  <a:pt x="9732789" y="152400"/>
                </a:lnTo>
                <a:lnTo>
                  <a:pt x="5617499" y="152400"/>
                </a:lnTo>
                <a:lnTo>
                  <a:pt x="5441009" y="0"/>
                </a:lnTo>
                <a:lnTo>
                  <a:pt x="12192000" y="0"/>
                </a:lnTo>
                <a:close/>
                <a:moveTo>
                  <a:pt x="0" y="616911"/>
                </a:moveTo>
                <a:lnTo>
                  <a:pt x="0" y="0"/>
                </a:lnTo>
                <a:lnTo>
                  <a:pt x="715617" y="0"/>
                </a:lnTo>
                <a:close/>
                <a:moveTo>
                  <a:pt x="12191999" y="6858000"/>
                </a:moveTo>
                <a:lnTo>
                  <a:pt x="11476382" y="6858000"/>
                </a:lnTo>
                <a:lnTo>
                  <a:pt x="12191999" y="6241089"/>
                </a:lnTo>
                <a:close/>
                <a:moveTo>
                  <a:pt x="6750991" y="6858000"/>
                </a:moveTo>
                <a:lnTo>
                  <a:pt x="0" y="6858000"/>
                </a:lnTo>
                <a:lnTo>
                  <a:pt x="0" y="6553200"/>
                </a:lnTo>
                <a:lnTo>
                  <a:pt x="2282721" y="6553200"/>
                </a:lnTo>
                <a:lnTo>
                  <a:pt x="2459211" y="6705600"/>
                </a:lnTo>
                <a:lnTo>
                  <a:pt x="6574500" y="6705600"/>
                </a:lnTo>
                <a:close/>
              </a:path>
            </a:pathLst>
          </a:cu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12">
            <a:extLst>
              <a:ext uri="{FF2B5EF4-FFF2-40B4-BE49-F238E27FC236}">
                <a16:creationId xmlns:a16="http://schemas.microsoft.com/office/drawing/2014/main" id="{BF14C68C-3577-C657-9E87-056612AF8E42}"/>
              </a:ext>
            </a:extLst>
          </p:cNvPr>
          <p:cNvSpPr/>
          <p:nvPr userDrawn="1"/>
        </p:nvSpPr>
        <p:spPr>
          <a:xfrm rot="10800000">
            <a:off x="0" y="0"/>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9B88E437-A7E4-9E4B-E374-2DBE3AB8DADD}"/>
              </a:ext>
            </a:extLst>
          </p:cNvPr>
          <p:cNvGrpSpPr/>
          <p:nvPr userDrawn="1"/>
        </p:nvGrpSpPr>
        <p:grpSpPr>
          <a:xfrm>
            <a:off x="58527" y="40944"/>
            <a:ext cx="2869771" cy="1563379"/>
            <a:chOff x="44879" y="27296"/>
            <a:chExt cx="2869771" cy="1563379"/>
          </a:xfrm>
          <a:solidFill>
            <a:srgbClr val="0072FF"/>
          </a:solidFill>
        </p:grpSpPr>
        <p:cxnSp>
          <p:nvCxnSpPr>
            <p:cNvPr id="10" name="Straight Connector 9">
              <a:extLst>
                <a:ext uri="{FF2B5EF4-FFF2-40B4-BE49-F238E27FC236}">
                  <a16:creationId xmlns:a16="http://schemas.microsoft.com/office/drawing/2014/main" id="{F4A3AA59-2194-A31F-AA96-7C291846580A}"/>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1C352A7-0B18-D7E9-465D-F3B1274BB055}"/>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01A6BB9-0E9C-8F74-60DB-2DA463D47FDB}"/>
                </a:ext>
              </a:extLst>
            </p:cNvPr>
            <p:cNvCxnSpPr>
              <a:cxnSpLocks/>
            </p:cNvCxnSpPr>
            <p:nvPr/>
          </p:nvCxnSpPr>
          <p:spPr>
            <a:xfrm flipV="1">
              <a:off x="52214" y="654128"/>
              <a:ext cx="0" cy="93654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sp>
        <p:nvSpPr>
          <p:cNvPr id="13" name="Isosceles Triangle 12">
            <a:extLst>
              <a:ext uri="{FF2B5EF4-FFF2-40B4-BE49-F238E27FC236}">
                <a16:creationId xmlns:a16="http://schemas.microsoft.com/office/drawing/2014/main" id="{1DA43496-358A-E9F0-8CFC-6A952BD4F3E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8593DC9D-C96B-54B0-5413-508E29245B5C}"/>
              </a:ext>
            </a:extLst>
          </p:cNvPr>
          <p:cNvGrpSpPr/>
          <p:nvPr userDrawn="1"/>
        </p:nvGrpSpPr>
        <p:grpSpPr>
          <a:xfrm flipH="1" flipV="1">
            <a:off x="9263702" y="5253677"/>
            <a:ext cx="2869771" cy="1563379"/>
            <a:chOff x="44879" y="27296"/>
            <a:chExt cx="2869771" cy="1563379"/>
          </a:xfrm>
          <a:solidFill>
            <a:srgbClr val="0072FF"/>
          </a:solidFill>
        </p:grpSpPr>
        <p:cxnSp>
          <p:nvCxnSpPr>
            <p:cNvPr id="15" name="Straight Connector 14">
              <a:extLst>
                <a:ext uri="{FF2B5EF4-FFF2-40B4-BE49-F238E27FC236}">
                  <a16:creationId xmlns:a16="http://schemas.microsoft.com/office/drawing/2014/main" id="{81C856C5-8D5F-4945-AAA3-959D25DF2A5E}"/>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FA7FF3-8245-17A0-DB3A-F0257D516679}"/>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31A1CF5-6C4E-34E9-65C0-4B4D78575756}"/>
                </a:ext>
              </a:extLst>
            </p:cNvPr>
            <p:cNvCxnSpPr>
              <a:cxnSpLocks/>
            </p:cNvCxnSpPr>
            <p:nvPr/>
          </p:nvCxnSpPr>
          <p:spPr>
            <a:xfrm flipV="1">
              <a:off x="52214" y="654128"/>
              <a:ext cx="0" cy="93654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18" name="Freeform 17">
            <a:extLst>
              <a:ext uri="{FF2B5EF4-FFF2-40B4-BE49-F238E27FC236}">
                <a16:creationId xmlns:a16="http://schemas.microsoft.com/office/drawing/2014/main" id="{3366D05A-8A62-ADE1-F4B2-73F9CA085276}"/>
              </a:ext>
            </a:extLst>
          </p:cNvPr>
          <p:cNvSpPr/>
          <p:nvPr userDrawn="1"/>
        </p:nvSpPr>
        <p:spPr>
          <a:xfrm flipH="1">
            <a:off x="5441009" y="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sp>
        <p:nvSpPr>
          <p:cNvPr id="19" name="Freeform 18">
            <a:extLst>
              <a:ext uri="{FF2B5EF4-FFF2-40B4-BE49-F238E27FC236}">
                <a16:creationId xmlns:a16="http://schemas.microsoft.com/office/drawing/2014/main" id="{E7E6E6A9-35CE-D953-F678-DB52C8ED6EC1}"/>
              </a:ext>
            </a:extLst>
          </p:cNvPr>
          <p:cNvSpPr/>
          <p:nvPr userDrawn="1"/>
        </p:nvSpPr>
        <p:spPr>
          <a:xfrm flipV="1">
            <a:off x="0" y="6553200"/>
            <a:ext cx="6750991" cy="304800"/>
          </a:xfrm>
          <a:custGeom>
            <a:avLst/>
            <a:gdLst>
              <a:gd name="connsiteX0" fmla="*/ 0 w 6750991"/>
              <a:gd name="connsiteY0" fmla="*/ 0 h 304800"/>
              <a:gd name="connsiteX1" fmla="*/ 6750991 w 6750991"/>
              <a:gd name="connsiteY1" fmla="*/ 0 h 304800"/>
              <a:gd name="connsiteX2" fmla="*/ 6574501 w 6750991"/>
              <a:gd name="connsiteY2" fmla="*/ 152400 h 304800"/>
              <a:gd name="connsiteX3" fmla="*/ 2459211 w 6750991"/>
              <a:gd name="connsiteY3" fmla="*/ 152400 h 304800"/>
              <a:gd name="connsiteX4" fmla="*/ 2282721 w 6750991"/>
              <a:gd name="connsiteY4" fmla="*/ 304800 h 304800"/>
              <a:gd name="connsiteX5" fmla="*/ 0 w 6750991"/>
              <a:gd name="connsiteY5" fmla="*/ 304800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750991" h="304800">
                <a:moveTo>
                  <a:pt x="0" y="0"/>
                </a:moveTo>
                <a:lnTo>
                  <a:pt x="6750991" y="0"/>
                </a:lnTo>
                <a:lnTo>
                  <a:pt x="6574501" y="152400"/>
                </a:lnTo>
                <a:lnTo>
                  <a:pt x="2459211" y="152400"/>
                </a:lnTo>
                <a:lnTo>
                  <a:pt x="2282721" y="304800"/>
                </a:lnTo>
                <a:lnTo>
                  <a:pt x="0" y="304800"/>
                </a:lnTo>
                <a:close/>
              </a:path>
            </a:pathLst>
          </a:custGeom>
          <a:gradFill flip="none" rotWithShape="1">
            <a:gsLst>
              <a:gs pos="0">
                <a:srgbClr val="0072FF">
                  <a:alpha val="80000"/>
                </a:srgbClr>
              </a:gs>
              <a:gs pos="100000">
                <a:srgbClr val="00C6FF">
                  <a:alpha val="85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VN"/>
          </a:p>
        </p:txBody>
      </p:sp>
      <p:pic>
        <p:nvPicPr>
          <p:cNvPr id="23" name="Picture 22" descr="A picture containing clipart, vector graphics&#10;&#10;Description automatically generated">
            <a:extLst>
              <a:ext uri="{FF2B5EF4-FFF2-40B4-BE49-F238E27FC236}">
                <a16:creationId xmlns:a16="http://schemas.microsoft.com/office/drawing/2014/main" id="{314FA3D3-A61E-753A-BCC3-7785EC3F2C1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4" name="TextBox 23">
            <a:extLst>
              <a:ext uri="{FF2B5EF4-FFF2-40B4-BE49-F238E27FC236}">
                <a16:creationId xmlns:a16="http://schemas.microsoft.com/office/drawing/2014/main" id="{3272C38A-5DF7-B873-F169-2EA590FF1122}"/>
              </a:ext>
            </a:extLst>
          </p:cNvPr>
          <p:cNvSpPr txBox="1"/>
          <p:nvPr userDrawn="1"/>
        </p:nvSpPr>
        <p:spPr>
          <a:xfrm>
            <a:off x="956926" y="326133"/>
            <a:ext cx="3996607" cy="523220"/>
          </a:xfrm>
          <a:prstGeom prst="rect">
            <a:avLst/>
          </a:prstGeom>
          <a:noFill/>
        </p:spPr>
        <p:txBody>
          <a:bodyPr wrap="none" rtlCol="0" anchor="ctr">
            <a:spAutoFit/>
          </a:bodyPr>
          <a:lstStyle/>
          <a:p>
            <a:r>
              <a:rPr lang="en-VN" sz="1400"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ĐẠI HỌC QUỐC GIA TP. HỒ CHÍ MINH</a:t>
            </a:r>
          </a:p>
          <a:p>
            <a:r>
              <a:rPr lang="en-VN" sz="1400" b="1" dirty="0">
                <a:gradFill flip="none" rotWithShape="1">
                  <a:gsLst>
                    <a:gs pos="0">
                      <a:srgbClr val="000046"/>
                    </a:gs>
                    <a:gs pos="100000">
                      <a:srgbClr val="1CB5E0"/>
                    </a:gs>
                  </a:gsLst>
                  <a:lin ang="2700000" scaled="1"/>
                  <a:tileRect/>
                </a:gradFill>
                <a:latin typeface="Arial" panose="020B0604020202020204" pitchFamily="34" charset="0"/>
                <a:cs typeface="Arial" panose="020B0604020202020204" pitchFamily="34" charset="0"/>
              </a:rPr>
              <a:t>TRƯỜNG ĐẠI HỌC CÔNG NGHỆ THÔNG TIN</a:t>
            </a:r>
          </a:p>
        </p:txBody>
      </p:sp>
      <p:sp>
        <p:nvSpPr>
          <p:cNvPr id="26" name="Oval 25">
            <a:extLst>
              <a:ext uri="{FF2B5EF4-FFF2-40B4-BE49-F238E27FC236}">
                <a16:creationId xmlns:a16="http://schemas.microsoft.com/office/drawing/2014/main" id="{390A5A10-F9AF-733C-8C7D-94D87B311EF5}"/>
              </a:ext>
            </a:extLst>
          </p:cNvPr>
          <p:cNvSpPr/>
          <p:nvPr/>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2E21DEB9-E93C-A8E4-074F-F195EB1D8ABF}"/>
              </a:ext>
            </a:extLst>
          </p:cNvPr>
          <p:cNvSpPr>
            <a:spLocks noGrp="1" noChangeAspect="1"/>
          </p:cNvSpPr>
          <p:nvPr>
            <p:ph type="sldNum" sz="quarter" idx="12"/>
          </p:nvPr>
        </p:nvSpPr>
        <p:spPr>
          <a:xfrm>
            <a:off x="11894359" y="6566401"/>
            <a:ext cx="291600" cy="291600"/>
          </a:xfrm>
          <a:prstGeom prst="rect">
            <a:avLst/>
          </a:prstGeom>
        </p:spPr>
        <p:txBody>
          <a:bodyPr vert="horz" lIns="91440" tIns="45720" rIns="91440" bIns="45720" rtlCol="0" anchor="ctr"/>
          <a:lstStyle>
            <a:lvl1pPr>
              <a:defRPr lang="en-VN" sz="700" smtClean="0">
                <a:solidFill>
                  <a:schemeClr val="tx1"/>
                </a:solidFill>
                <a:latin typeface="Arial" panose="020B0604020202020204" pitchFamily="34" charset="0"/>
                <a:cs typeface="Arial" panose="020B0604020202020204" pitchFamily="34" charset="0"/>
              </a:defRPr>
            </a:lvl1pPr>
          </a:lstStyle>
          <a:p>
            <a:pPr algn="ctr"/>
            <a:fld id="{D8B0B3AC-44A8-D142-AAF6-9A453466E1A4}" type="slidenum">
              <a:rPr lang="en-VN" smtClean="0"/>
              <a:pPr algn="ctr"/>
              <a:t>‹#›</a:t>
            </a:fld>
            <a:endParaRPr lang="en-VN" dirty="0"/>
          </a:p>
        </p:txBody>
      </p:sp>
      <p:sp>
        <p:nvSpPr>
          <p:cNvPr id="34" name="Text Placeholder 33">
            <a:extLst>
              <a:ext uri="{FF2B5EF4-FFF2-40B4-BE49-F238E27FC236}">
                <a16:creationId xmlns:a16="http://schemas.microsoft.com/office/drawing/2014/main" id="{C4981174-E1E5-D0CF-F74E-4BBA287A5C73}"/>
              </a:ext>
            </a:extLst>
          </p:cNvPr>
          <p:cNvSpPr>
            <a:spLocks noGrp="1"/>
          </p:cNvSpPr>
          <p:nvPr>
            <p:ph type="body" sz="quarter" idx="13" hasCustomPrompt="1"/>
          </p:nvPr>
        </p:nvSpPr>
        <p:spPr>
          <a:xfrm>
            <a:off x="1850807" y="2208158"/>
            <a:ext cx="8490387" cy="696165"/>
          </a:xfrm>
        </p:spPr>
        <p:txBody>
          <a:bodyPr anchor="ctr">
            <a:normAutofit/>
          </a:bodyPr>
          <a:lstStyle>
            <a:lvl1pPr marL="0" indent="0" algn="ctr" defTabSz="914400" rtl="0" eaLnBrk="1" latinLnBrk="0" hangingPunct="1">
              <a:buNone/>
              <a:defRPr lang="en-VN" sz="4400" b="1" kern="1200" dirty="0">
                <a:ln>
                  <a:gradFill>
                    <a:gsLst>
                      <a:gs pos="0">
                        <a:srgbClr val="000046"/>
                      </a:gs>
                      <a:gs pos="100000">
                        <a:srgbClr val="1CB5E0"/>
                      </a:gs>
                    </a:gsLst>
                    <a:lin ang="5400000" scaled="1"/>
                  </a:gradFill>
                </a:ln>
                <a:noFill/>
                <a:latin typeface="Arial" panose="020B0604020202020204" pitchFamily="34" charset="0"/>
                <a:ea typeface="+mn-ea"/>
                <a:cs typeface="Arial" panose="020B0604020202020204" pitchFamily="34" charset="0"/>
              </a:defRPr>
            </a:lvl1pPr>
          </a:lstStyle>
          <a:p>
            <a:pPr lvl="0"/>
            <a:r>
              <a:rPr lang="en-VN" dirty="0"/>
              <a:t>TÊN MÔN HỌC</a:t>
            </a:r>
          </a:p>
        </p:txBody>
      </p:sp>
      <p:sp>
        <p:nvSpPr>
          <p:cNvPr id="36" name="Text Placeholder 35">
            <a:extLst>
              <a:ext uri="{FF2B5EF4-FFF2-40B4-BE49-F238E27FC236}">
                <a16:creationId xmlns:a16="http://schemas.microsoft.com/office/drawing/2014/main" id="{F1F814F0-EAC8-84E1-83C4-B5C359387C5C}"/>
              </a:ext>
            </a:extLst>
          </p:cNvPr>
          <p:cNvSpPr>
            <a:spLocks noGrp="1"/>
          </p:cNvSpPr>
          <p:nvPr>
            <p:ph type="body" sz="quarter" idx="14" hasCustomPrompt="1"/>
          </p:nvPr>
        </p:nvSpPr>
        <p:spPr>
          <a:xfrm>
            <a:off x="876991" y="3039455"/>
            <a:ext cx="10438019" cy="459447"/>
          </a:xfrm>
        </p:spPr>
        <p:txBody>
          <a:bodyPr anchor="ctr">
            <a:normAutofit/>
          </a:bodyPr>
          <a:lstStyle>
            <a:lvl1pPr marL="0" indent="0" algn="ctr" defTabSz="914400" rtl="0" eaLnBrk="1" latinLnBrk="0" hangingPunct="1">
              <a:buNone/>
              <a:defRPr lang="en-VN" sz="2000" b="1" kern="1200" dirty="0">
                <a:gradFill>
                  <a:gsLst>
                    <a:gs pos="0">
                      <a:srgbClr val="000046"/>
                    </a:gs>
                    <a:gs pos="100000">
                      <a:srgbClr val="1CB5E0"/>
                    </a:gs>
                  </a:gsLst>
                  <a:lin ang="2700000" scaled="1"/>
                </a:gradFill>
                <a:effectLst>
                  <a:innerShdw blurRad="114300">
                    <a:schemeClr val="bg1"/>
                  </a:innerShdw>
                </a:effectLst>
                <a:latin typeface="Times New Roman" panose="02020603050405020304" pitchFamily="18" charset="0"/>
                <a:ea typeface="+mn-ea"/>
                <a:cs typeface="Times New Roman" panose="02020603050405020304" pitchFamily="18" charset="0"/>
              </a:defRPr>
            </a:lvl1pPr>
          </a:lstStyle>
          <a:p>
            <a:pPr lvl="0"/>
            <a:r>
              <a:rPr lang="en-VN" dirty="0"/>
              <a:t>CHƯƠNG X: TÊN CHƯƠNG</a:t>
            </a:r>
          </a:p>
        </p:txBody>
      </p:sp>
      <p:sp>
        <p:nvSpPr>
          <p:cNvPr id="42" name="Text Placeholder 41">
            <a:extLst>
              <a:ext uri="{FF2B5EF4-FFF2-40B4-BE49-F238E27FC236}">
                <a16:creationId xmlns:a16="http://schemas.microsoft.com/office/drawing/2014/main" id="{2B8543E7-0085-7DF3-5351-E097219BEE40}"/>
              </a:ext>
            </a:extLst>
          </p:cNvPr>
          <p:cNvSpPr>
            <a:spLocks noGrp="1"/>
          </p:cNvSpPr>
          <p:nvPr>
            <p:ph type="body" sz="quarter" idx="15" hasCustomPrompt="1"/>
          </p:nvPr>
        </p:nvSpPr>
        <p:spPr>
          <a:xfrm>
            <a:off x="4680970" y="4963048"/>
            <a:ext cx="2830058" cy="345005"/>
          </a:xfrm>
          <a:gradFill>
            <a:gsLst>
              <a:gs pos="0">
                <a:srgbClr val="0072FF"/>
              </a:gs>
              <a:gs pos="100000">
                <a:srgbClr val="00C6FF"/>
              </a:gs>
            </a:gsLst>
            <a:lin ang="2700000" scaled="1"/>
          </a:gradFill>
        </p:spPr>
        <p:txBody>
          <a:bodyPr anchor="ctr">
            <a:normAutofit/>
          </a:bodyPr>
          <a:lstStyle>
            <a:lvl1pPr marL="0" indent="0" algn="ctr">
              <a:buNone/>
              <a:defRPr sz="1400" b="1" i="0">
                <a:solidFill>
                  <a:schemeClr val="bg1"/>
                </a:solidFill>
                <a:latin typeface="Times New Roman" panose="02020603050405020304" pitchFamily="18" charset="0"/>
                <a:cs typeface="Times New Roman" panose="02020603050405020304" pitchFamily="18" charset="0"/>
              </a:defRPr>
            </a:lvl1pPr>
          </a:lstStyle>
          <a:p>
            <a:pPr lvl="0"/>
            <a:r>
              <a:rPr lang="en-VN" dirty="0"/>
              <a:t>Trình bày: Tên Giảng viên</a:t>
            </a:r>
          </a:p>
        </p:txBody>
      </p:sp>
      <p:sp>
        <p:nvSpPr>
          <p:cNvPr id="46" name="Text Placeholder 45">
            <a:extLst>
              <a:ext uri="{FF2B5EF4-FFF2-40B4-BE49-F238E27FC236}">
                <a16:creationId xmlns:a16="http://schemas.microsoft.com/office/drawing/2014/main" id="{18BC0B81-9708-34C0-3CBB-EA50270B9105}"/>
              </a:ext>
            </a:extLst>
          </p:cNvPr>
          <p:cNvSpPr>
            <a:spLocks noGrp="1"/>
          </p:cNvSpPr>
          <p:nvPr>
            <p:ph type="body" sz="quarter" idx="16" hasCustomPrompt="1"/>
          </p:nvPr>
        </p:nvSpPr>
        <p:spPr>
          <a:xfrm>
            <a:off x="1850807" y="3630811"/>
            <a:ext cx="8490387" cy="644210"/>
          </a:xfrm>
        </p:spPr>
        <p:txBody>
          <a:bodyPr anchor="ctr">
            <a:normAutofit/>
          </a:bodyPr>
          <a:lstStyle>
            <a:lvl1pPr marL="0" indent="0" algn="ctr">
              <a:buNone/>
              <a:defRPr sz="1200" spc="150" baseline="0">
                <a:solidFill>
                  <a:schemeClr val="bg1">
                    <a:lumMod val="75000"/>
                  </a:schemeClr>
                </a:solidFill>
                <a:latin typeface="Times New Roman" panose="02020603050405020304" pitchFamily="18" charset="0"/>
                <a:cs typeface="Times New Roman" panose="02020603050405020304" pitchFamily="18" charset="0"/>
              </a:defRPr>
            </a:lvl1pPr>
          </a:lstStyle>
          <a:p>
            <a:pPr lvl="0"/>
            <a:r>
              <a:rPr lang="en-US" dirty="0"/>
              <a:t>(</a:t>
            </a:r>
            <a:r>
              <a:rPr lang="en-US" dirty="0" err="1"/>
              <a:t>Tóm</a:t>
            </a:r>
            <a:r>
              <a:rPr lang="en-US" dirty="0"/>
              <a:t> </a:t>
            </a:r>
            <a:r>
              <a:rPr lang="en-US" dirty="0" err="1"/>
              <a:t>tắt</a:t>
            </a:r>
            <a:r>
              <a:rPr lang="en-US" dirty="0"/>
              <a:t> </a:t>
            </a:r>
            <a:r>
              <a:rPr lang="en-US" dirty="0" err="1"/>
              <a:t>nếu</a:t>
            </a:r>
            <a:r>
              <a:rPr lang="en-US" dirty="0"/>
              <a:t> </a:t>
            </a:r>
            <a:r>
              <a:rPr lang="en-US" dirty="0" err="1"/>
              <a:t>có</a:t>
            </a:r>
            <a:r>
              <a:rPr lang="en-US" dirty="0"/>
              <a:t>): Lorem ipsum dolor sit amet, consectetuer adipiscing elit. Maecenas porttitor congue massa. Fusce posuere, magna sed pulvinar ultricies, purus lectus malesuada libero, sit amet commodo magna eros quis </a:t>
            </a:r>
            <a:r>
              <a:rPr lang="en-US" dirty="0" err="1"/>
              <a:t>urna</a:t>
            </a:r>
            <a:r>
              <a:rPr lang="en-US" dirty="0"/>
              <a:t>.</a:t>
            </a:r>
            <a:endParaRPr lang="en-VN" dirty="0"/>
          </a:p>
        </p:txBody>
      </p:sp>
      <p:sp>
        <p:nvSpPr>
          <p:cNvPr id="2" name="Date Placeholder 1">
            <a:extLst>
              <a:ext uri="{FF2B5EF4-FFF2-40B4-BE49-F238E27FC236}">
                <a16:creationId xmlns:a16="http://schemas.microsoft.com/office/drawing/2014/main" id="{98B28119-6BAB-C115-873B-3333E0D709F1}"/>
              </a:ext>
            </a:extLst>
          </p:cNvPr>
          <p:cNvSpPr>
            <a:spLocks noGrp="1"/>
          </p:cNvSpPr>
          <p:nvPr>
            <p:ph type="dt" sz="half" idx="17"/>
          </p:nvPr>
        </p:nvSpPr>
        <p:spPr>
          <a:xfrm>
            <a:off x="6767806" y="6476999"/>
            <a:ext cx="2495896" cy="236763"/>
          </a:xfrm>
        </p:spPr>
        <p:txBody>
          <a:bodyPr/>
          <a:lstStyle>
            <a:lvl1pPr marL="0" algn="ctr" defTabSz="914400" rtl="0" eaLnBrk="1" latinLnBrk="0" hangingPunct="1">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December 5, 2024</a:t>
            </a:fld>
            <a:endParaRPr lang="en-US" dirty="0"/>
          </a:p>
        </p:txBody>
      </p:sp>
    </p:spTree>
    <p:extLst>
      <p:ext uri="{BB962C8B-B14F-4D97-AF65-F5344CB8AC3E}">
        <p14:creationId xmlns:p14="http://schemas.microsoft.com/office/powerpoint/2010/main" val="36952346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Mục lục">
    <p:spTree>
      <p:nvGrpSpPr>
        <p:cNvPr id="1" name=""/>
        <p:cNvGrpSpPr/>
        <p:nvPr/>
      </p:nvGrpSpPr>
      <p:grpSpPr>
        <a:xfrm>
          <a:off x="0" y="0"/>
          <a:ext cx="0" cy="0"/>
          <a:chOff x="0" y="0"/>
          <a:chExt cx="0" cy="0"/>
        </a:xfrm>
      </p:grpSpPr>
      <p:sp>
        <p:nvSpPr>
          <p:cNvPr id="80" name="Isosceles Triangle 12">
            <a:extLst>
              <a:ext uri="{FF2B5EF4-FFF2-40B4-BE49-F238E27FC236}">
                <a16:creationId xmlns:a16="http://schemas.microsoft.com/office/drawing/2014/main" id="{72826670-EA95-0D41-31A4-F445474455F7}"/>
              </a:ext>
            </a:extLst>
          </p:cNvPr>
          <p:cNvSpPr/>
          <p:nvPr userDrawn="1"/>
        </p:nvSpPr>
        <p:spPr>
          <a:xfrm rot="10800000" flipH="1" flipV="1">
            <a:off x="11476383" y="6241089"/>
            <a:ext cx="715617" cy="616911"/>
          </a:xfrm>
          <a:prstGeom prst="triangle">
            <a:avLst>
              <a:gd name="adj" fmla="val 100000"/>
            </a:avLst>
          </a:prstGeom>
          <a:solidFill>
            <a:srgbClr val="0072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a:extLst>
              <a:ext uri="{FF2B5EF4-FFF2-40B4-BE49-F238E27FC236}">
                <a16:creationId xmlns:a16="http://schemas.microsoft.com/office/drawing/2014/main" id="{FC178CED-135F-0B63-CD69-F01713607F73}"/>
              </a:ext>
            </a:extLst>
          </p:cNvPr>
          <p:cNvGrpSpPr/>
          <p:nvPr userDrawn="1"/>
        </p:nvGrpSpPr>
        <p:grpSpPr>
          <a:xfrm flipH="1" flipV="1">
            <a:off x="9263702" y="5930537"/>
            <a:ext cx="2869771" cy="886519"/>
            <a:chOff x="44879" y="27296"/>
            <a:chExt cx="2869771" cy="886519"/>
          </a:xfrm>
          <a:solidFill>
            <a:srgbClr val="0072FF"/>
          </a:solidFill>
        </p:grpSpPr>
        <p:cxnSp>
          <p:nvCxnSpPr>
            <p:cNvPr id="82" name="Straight Connector 81">
              <a:extLst>
                <a:ext uri="{FF2B5EF4-FFF2-40B4-BE49-F238E27FC236}">
                  <a16:creationId xmlns:a16="http://schemas.microsoft.com/office/drawing/2014/main" id="{D0441D2A-FC76-0844-7EA5-B632F99E2E0D}"/>
                </a:ext>
              </a:extLst>
            </p:cNvPr>
            <p:cNvCxnSpPr>
              <a:cxnSpLocks/>
            </p:cNvCxnSpPr>
            <p:nvPr/>
          </p:nvCxnSpPr>
          <p:spPr>
            <a:xfrm flipH="1">
              <a:off x="766351" y="34631"/>
              <a:ext cx="2148299" cy="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C48DFD-25B4-6AF8-8C94-3C8B50B23C18}"/>
                </a:ext>
              </a:extLst>
            </p:cNvPr>
            <p:cNvCxnSpPr>
              <a:cxnSpLocks/>
            </p:cNvCxnSpPr>
            <p:nvPr/>
          </p:nvCxnSpPr>
          <p:spPr>
            <a:xfrm flipH="1">
              <a:off x="44879" y="27296"/>
              <a:ext cx="737495" cy="644210"/>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CA6305E-4BEE-7CC0-EE96-38938F764389}"/>
                </a:ext>
              </a:extLst>
            </p:cNvPr>
            <p:cNvCxnSpPr>
              <a:cxnSpLocks/>
            </p:cNvCxnSpPr>
            <p:nvPr/>
          </p:nvCxnSpPr>
          <p:spPr>
            <a:xfrm flipH="1" flipV="1">
              <a:off x="52214" y="654128"/>
              <a:ext cx="0" cy="259687"/>
            </a:xfrm>
            <a:prstGeom prst="line">
              <a:avLst/>
            </a:prstGeom>
            <a:grpFill/>
            <a:ln w="38100" cap="rnd">
              <a:solidFill>
                <a:srgbClr val="00C6FF"/>
              </a:solidFill>
              <a:round/>
            </a:ln>
          </p:spPr>
          <p:style>
            <a:lnRef idx="1">
              <a:schemeClr val="accent1"/>
            </a:lnRef>
            <a:fillRef idx="0">
              <a:schemeClr val="accent1"/>
            </a:fillRef>
            <a:effectRef idx="0">
              <a:schemeClr val="accent1"/>
            </a:effectRef>
            <a:fontRef idx="minor">
              <a:schemeClr val="tx1"/>
            </a:fontRef>
          </p:style>
        </p:cxnSp>
      </p:grpSp>
      <p:sp>
        <p:nvSpPr>
          <p:cNvPr id="4" name="Footer Placeholder 3">
            <a:extLst>
              <a:ext uri="{FF2B5EF4-FFF2-40B4-BE49-F238E27FC236}">
                <a16:creationId xmlns:a16="http://schemas.microsoft.com/office/drawing/2014/main" id="{745F02F9-19CB-F108-6F35-1A02C9BECF5E}"/>
              </a:ext>
            </a:extLst>
          </p:cNvPr>
          <p:cNvSpPr>
            <a:spLocks noGrp="1"/>
          </p:cNvSpPr>
          <p:nvPr>
            <p:ph type="ftr" sz="quarter" idx="11"/>
          </p:nvPr>
        </p:nvSpPr>
        <p:spPr>
          <a:xfrm>
            <a:off x="3465443" y="6466114"/>
            <a:ext cx="5261114" cy="255361"/>
          </a:xfrm>
        </p:spPr>
        <p:txBody>
          <a:bodyPr/>
          <a:lstStyle>
            <a:lvl1pPr>
              <a:defRPr sz="1100">
                <a:latin typeface="Arial" panose="020B0604020202020204" pitchFamily="34" charset="0"/>
                <a:cs typeface="Arial" panose="020B0604020202020204" pitchFamily="34" charset="0"/>
              </a:defRPr>
            </a:lvl1pPr>
          </a:lstStyle>
          <a:p>
            <a:r>
              <a:rPr lang="vi-VN" dirty="0"/>
              <a:t>Thực hiện bởi Trường Đại học Công nghệ Thông tin, ĐHQG-HCM</a:t>
            </a:r>
            <a:endParaRPr lang="en-VN" dirty="0"/>
          </a:p>
        </p:txBody>
      </p:sp>
      <p:grpSp>
        <p:nvGrpSpPr>
          <p:cNvPr id="36" name="Group 35">
            <a:extLst>
              <a:ext uri="{FF2B5EF4-FFF2-40B4-BE49-F238E27FC236}">
                <a16:creationId xmlns:a16="http://schemas.microsoft.com/office/drawing/2014/main" id="{11E5AAB4-F14E-4F9C-E123-7635A7EF6275}"/>
              </a:ext>
            </a:extLst>
          </p:cNvPr>
          <p:cNvGrpSpPr/>
          <p:nvPr userDrawn="1"/>
        </p:nvGrpSpPr>
        <p:grpSpPr>
          <a:xfrm>
            <a:off x="-1259888" y="1121391"/>
            <a:ext cx="4841288" cy="5054000"/>
            <a:chOff x="-1259888" y="901609"/>
            <a:chExt cx="4841288" cy="5054000"/>
          </a:xfrm>
        </p:grpSpPr>
        <p:grpSp>
          <p:nvGrpSpPr>
            <p:cNvPr id="6" name="Group 5">
              <a:extLst>
                <a:ext uri="{FF2B5EF4-FFF2-40B4-BE49-F238E27FC236}">
                  <a16:creationId xmlns:a16="http://schemas.microsoft.com/office/drawing/2014/main" id="{A2E31223-939B-D84C-4ACC-CDC6CEB64FEF}"/>
                </a:ext>
              </a:extLst>
            </p:cNvPr>
            <p:cNvGrpSpPr/>
            <p:nvPr userDrawn="1"/>
          </p:nvGrpSpPr>
          <p:grpSpPr>
            <a:xfrm>
              <a:off x="-1225468" y="901609"/>
              <a:ext cx="4806868" cy="664514"/>
              <a:chOff x="0" y="901609"/>
              <a:chExt cx="4806868" cy="664514"/>
            </a:xfrm>
          </p:grpSpPr>
          <p:cxnSp>
            <p:nvCxnSpPr>
              <p:cNvPr id="7" name="Straight Connector 6">
                <a:extLst>
                  <a:ext uri="{FF2B5EF4-FFF2-40B4-BE49-F238E27FC236}">
                    <a16:creationId xmlns:a16="http://schemas.microsoft.com/office/drawing/2014/main" id="{2DB06BED-50E6-B29E-B929-6D7717DB8E5E}"/>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8C69F9-0B5B-5D9E-7034-C8237177065E}"/>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F5F07FD-916F-9286-7ADA-4A2252FCBB28}"/>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3A8BE15-FC97-76D3-BF6B-29B7114D471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10">
              <a:extLst>
                <a:ext uri="{FF2B5EF4-FFF2-40B4-BE49-F238E27FC236}">
                  <a16:creationId xmlns:a16="http://schemas.microsoft.com/office/drawing/2014/main" id="{04AB711F-106D-5EA6-AAFA-CF1A979FF6F9}"/>
                </a:ext>
              </a:extLst>
            </p:cNvPr>
            <p:cNvGrpSpPr/>
            <p:nvPr userDrawn="1"/>
          </p:nvGrpSpPr>
          <p:grpSpPr>
            <a:xfrm flipV="1">
              <a:off x="-1225468" y="5291095"/>
              <a:ext cx="4806868" cy="664514"/>
              <a:chOff x="0" y="1232525"/>
              <a:chExt cx="4806868" cy="664514"/>
            </a:xfrm>
          </p:grpSpPr>
          <p:cxnSp>
            <p:nvCxnSpPr>
              <p:cNvPr id="12" name="Straight Connector 11">
                <a:extLst>
                  <a:ext uri="{FF2B5EF4-FFF2-40B4-BE49-F238E27FC236}">
                    <a16:creationId xmlns:a16="http://schemas.microsoft.com/office/drawing/2014/main" id="{5660A401-E892-4348-0DC3-086E4EF0B6E4}"/>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AFDB122-E638-017C-654A-F8EC6AB0B27F}"/>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C676F38-72FE-4F76-7E67-580148C08A51}"/>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B7E06E3C-C182-FD6B-BB7B-4847F432394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21F68F9-560D-A608-4130-5D9040FE3F01}"/>
                </a:ext>
              </a:extLst>
            </p:cNvPr>
            <p:cNvGrpSpPr/>
            <p:nvPr userDrawn="1"/>
          </p:nvGrpSpPr>
          <p:grpSpPr>
            <a:xfrm>
              <a:off x="-1225469" y="1860637"/>
              <a:ext cx="3835321" cy="547270"/>
              <a:chOff x="-1" y="1860637"/>
              <a:chExt cx="3835321" cy="547270"/>
            </a:xfrm>
          </p:grpSpPr>
          <p:sp>
            <p:nvSpPr>
              <p:cNvPr id="17" name="Oval 16">
                <a:extLst>
                  <a:ext uri="{FF2B5EF4-FFF2-40B4-BE49-F238E27FC236}">
                    <a16:creationId xmlns:a16="http://schemas.microsoft.com/office/drawing/2014/main" id="{A6A5574E-F30D-A49F-E874-231C445514E4}"/>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1AABF66E-DE89-B1F6-062E-2BC96ADE0530}"/>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B0E2531-6E1E-6A7F-6704-D0334B1AB6C8}"/>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6A1DDC-0D65-0297-E1E5-DC4B2441C524}"/>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1" name="Group 20">
              <a:extLst>
                <a:ext uri="{FF2B5EF4-FFF2-40B4-BE49-F238E27FC236}">
                  <a16:creationId xmlns:a16="http://schemas.microsoft.com/office/drawing/2014/main" id="{C25C9018-B01E-F47F-3802-C002B3E7B2AF}"/>
                </a:ext>
              </a:extLst>
            </p:cNvPr>
            <p:cNvGrpSpPr/>
            <p:nvPr userDrawn="1"/>
          </p:nvGrpSpPr>
          <p:grpSpPr>
            <a:xfrm flipV="1">
              <a:off x="-1259888" y="4408929"/>
              <a:ext cx="3835321" cy="547270"/>
              <a:chOff x="-1" y="1860637"/>
              <a:chExt cx="3835321" cy="547270"/>
            </a:xfrm>
          </p:grpSpPr>
          <p:sp>
            <p:nvSpPr>
              <p:cNvPr id="22" name="Oval 21">
                <a:extLst>
                  <a:ext uri="{FF2B5EF4-FFF2-40B4-BE49-F238E27FC236}">
                    <a16:creationId xmlns:a16="http://schemas.microsoft.com/office/drawing/2014/main" id="{17C82ECD-21F2-F43B-6992-AE7FB9F2798F}"/>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Connector 22">
                <a:extLst>
                  <a:ext uri="{FF2B5EF4-FFF2-40B4-BE49-F238E27FC236}">
                    <a16:creationId xmlns:a16="http://schemas.microsoft.com/office/drawing/2014/main" id="{99F69DC7-3AE7-E60B-2377-4B4F72314B92}"/>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27743B-09AF-DFA3-B333-99F4D9A43DFB}"/>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F40737-164C-459C-2ABE-C4DE4A29E373}"/>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74A28006-5F76-1896-7905-6715849C97AC}"/>
                </a:ext>
              </a:extLst>
            </p:cNvPr>
            <p:cNvGrpSpPr/>
            <p:nvPr userDrawn="1"/>
          </p:nvGrpSpPr>
          <p:grpSpPr>
            <a:xfrm>
              <a:off x="-1252333" y="2715185"/>
              <a:ext cx="2776521" cy="436736"/>
              <a:chOff x="-26865" y="2715185"/>
              <a:chExt cx="2776521" cy="436736"/>
            </a:xfrm>
          </p:grpSpPr>
          <p:cxnSp>
            <p:nvCxnSpPr>
              <p:cNvPr id="27" name="Straight Connector 26">
                <a:extLst>
                  <a:ext uri="{FF2B5EF4-FFF2-40B4-BE49-F238E27FC236}">
                    <a16:creationId xmlns:a16="http://schemas.microsoft.com/office/drawing/2014/main" id="{02985FB7-4D54-A096-221C-AB21916398BD}"/>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DDEC85B-E1F4-38FE-0E5C-E5850D2C995F}"/>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E6622AE-52DB-9FD4-5FA6-F8C5F2606706}"/>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69264108-0C61-CCC7-04EF-695A004F44BA}"/>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1" name="Group 30">
              <a:extLst>
                <a:ext uri="{FF2B5EF4-FFF2-40B4-BE49-F238E27FC236}">
                  <a16:creationId xmlns:a16="http://schemas.microsoft.com/office/drawing/2014/main" id="{A1F8E5A4-A013-ABE4-F3E5-36BBEE45994B}"/>
                </a:ext>
              </a:extLst>
            </p:cNvPr>
            <p:cNvGrpSpPr/>
            <p:nvPr userDrawn="1"/>
          </p:nvGrpSpPr>
          <p:grpSpPr>
            <a:xfrm>
              <a:off x="-1225468" y="3843225"/>
              <a:ext cx="2802371" cy="433101"/>
              <a:chOff x="-34420" y="3843718"/>
              <a:chExt cx="2802371" cy="433101"/>
            </a:xfrm>
          </p:grpSpPr>
          <p:cxnSp>
            <p:nvCxnSpPr>
              <p:cNvPr id="32" name="Straight Connector 31">
                <a:extLst>
                  <a:ext uri="{FF2B5EF4-FFF2-40B4-BE49-F238E27FC236}">
                    <a16:creationId xmlns:a16="http://schemas.microsoft.com/office/drawing/2014/main" id="{92CA967D-77D2-F89E-9996-2B247282DA6A}"/>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106A27-9FB0-65D0-E42B-5A9345BBE7A8}"/>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A310D0-0781-F61D-3188-05A327C3E38C}"/>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74C60948-61FC-2116-FCE6-F05185B2432A}"/>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7" name="Group 36">
            <a:extLst>
              <a:ext uri="{FF2B5EF4-FFF2-40B4-BE49-F238E27FC236}">
                <a16:creationId xmlns:a16="http://schemas.microsoft.com/office/drawing/2014/main" id="{A9D55038-C512-E74F-0316-32FA44AC85DA}"/>
              </a:ext>
            </a:extLst>
          </p:cNvPr>
          <p:cNvGrpSpPr/>
          <p:nvPr userDrawn="1"/>
        </p:nvGrpSpPr>
        <p:grpSpPr>
          <a:xfrm flipH="1">
            <a:off x="8607643" y="1121391"/>
            <a:ext cx="4841288" cy="5054000"/>
            <a:chOff x="-1259888" y="901609"/>
            <a:chExt cx="4841288" cy="5054000"/>
          </a:xfrm>
        </p:grpSpPr>
        <p:grpSp>
          <p:nvGrpSpPr>
            <p:cNvPr id="38" name="Group 37">
              <a:extLst>
                <a:ext uri="{FF2B5EF4-FFF2-40B4-BE49-F238E27FC236}">
                  <a16:creationId xmlns:a16="http://schemas.microsoft.com/office/drawing/2014/main" id="{CC8D5E8A-34C2-98F5-01F2-D2CAA76A0A9E}"/>
                </a:ext>
              </a:extLst>
            </p:cNvPr>
            <p:cNvGrpSpPr/>
            <p:nvPr userDrawn="1"/>
          </p:nvGrpSpPr>
          <p:grpSpPr>
            <a:xfrm>
              <a:off x="-1225468" y="901609"/>
              <a:ext cx="4806868" cy="664514"/>
              <a:chOff x="0" y="901609"/>
              <a:chExt cx="4806868" cy="664514"/>
            </a:xfrm>
          </p:grpSpPr>
          <p:cxnSp>
            <p:nvCxnSpPr>
              <p:cNvPr id="64" name="Straight Connector 63">
                <a:extLst>
                  <a:ext uri="{FF2B5EF4-FFF2-40B4-BE49-F238E27FC236}">
                    <a16:creationId xmlns:a16="http://schemas.microsoft.com/office/drawing/2014/main" id="{E6EEF1F3-D1D1-DEB4-E491-3B5E510B766B}"/>
                  </a:ext>
                </a:extLst>
              </p:cNvPr>
              <p:cNvCxnSpPr/>
              <p:nvPr/>
            </p:nvCxnSpPr>
            <p:spPr>
              <a:xfrm>
                <a:off x="0" y="1566123"/>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6BAF104D-64C5-1843-2B4A-2AEDAF0D6175}"/>
                  </a:ext>
                </a:extLst>
              </p:cNvPr>
              <p:cNvCxnSpPr>
                <a:cxnSpLocks/>
              </p:cNvCxnSpPr>
              <p:nvPr/>
            </p:nvCxnSpPr>
            <p:spPr>
              <a:xfrm flipV="1">
                <a:off x="2520285" y="1059987"/>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91F5277-EE93-31FB-AAD8-F64F97837DDA}"/>
                  </a:ext>
                </a:extLst>
              </p:cNvPr>
              <p:cNvCxnSpPr>
                <a:cxnSpLocks/>
              </p:cNvCxnSpPr>
              <p:nvPr/>
            </p:nvCxnSpPr>
            <p:spPr>
              <a:xfrm>
                <a:off x="3111690" y="1059987"/>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36A6A4EA-512C-BD8D-6200-C1B6D161AF96}"/>
                  </a:ext>
                </a:extLst>
              </p:cNvPr>
              <p:cNvSpPr/>
              <p:nvPr/>
            </p:nvSpPr>
            <p:spPr>
              <a:xfrm>
                <a:off x="4490113" y="901609"/>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9" name="Group 38">
              <a:extLst>
                <a:ext uri="{FF2B5EF4-FFF2-40B4-BE49-F238E27FC236}">
                  <a16:creationId xmlns:a16="http://schemas.microsoft.com/office/drawing/2014/main" id="{48417325-5CBC-9245-EBBF-5495BB114BB9}"/>
                </a:ext>
              </a:extLst>
            </p:cNvPr>
            <p:cNvGrpSpPr/>
            <p:nvPr userDrawn="1"/>
          </p:nvGrpSpPr>
          <p:grpSpPr>
            <a:xfrm flipV="1">
              <a:off x="-1225468" y="5291095"/>
              <a:ext cx="4806868" cy="664514"/>
              <a:chOff x="0" y="1232525"/>
              <a:chExt cx="4806868" cy="664514"/>
            </a:xfrm>
          </p:grpSpPr>
          <p:cxnSp>
            <p:nvCxnSpPr>
              <p:cNvPr id="60" name="Straight Connector 59">
                <a:extLst>
                  <a:ext uri="{FF2B5EF4-FFF2-40B4-BE49-F238E27FC236}">
                    <a16:creationId xmlns:a16="http://schemas.microsoft.com/office/drawing/2014/main" id="{2ABA872F-CF9E-97F0-0BEB-43E95F81970F}"/>
                  </a:ext>
                </a:extLst>
              </p:cNvPr>
              <p:cNvCxnSpPr/>
              <p:nvPr/>
            </p:nvCxnSpPr>
            <p:spPr>
              <a:xfrm>
                <a:off x="0" y="1897039"/>
                <a:ext cx="253393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E558871-BCDE-178B-024F-81DBE95811F1}"/>
                  </a:ext>
                </a:extLst>
              </p:cNvPr>
              <p:cNvCxnSpPr>
                <a:cxnSpLocks/>
              </p:cNvCxnSpPr>
              <p:nvPr/>
            </p:nvCxnSpPr>
            <p:spPr>
              <a:xfrm flipV="1">
                <a:off x="2520285" y="1390903"/>
                <a:ext cx="591405" cy="506136"/>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13BB9F5-0BB8-705B-E8A1-5FA6735325E4}"/>
                  </a:ext>
                </a:extLst>
              </p:cNvPr>
              <p:cNvCxnSpPr>
                <a:cxnSpLocks/>
              </p:cNvCxnSpPr>
              <p:nvPr/>
            </p:nvCxnSpPr>
            <p:spPr>
              <a:xfrm>
                <a:off x="3111690" y="1390903"/>
                <a:ext cx="13784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2DF72871-077F-48BE-91AF-DE72A1841D14}"/>
                  </a:ext>
                </a:extLst>
              </p:cNvPr>
              <p:cNvSpPr/>
              <p:nvPr/>
            </p:nvSpPr>
            <p:spPr>
              <a:xfrm>
                <a:off x="4490113" y="123252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0917CABE-75B7-599D-4246-DCB5968A10A9}"/>
                </a:ext>
              </a:extLst>
            </p:cNvPr>
            <p:cNvGrpSpPr/>
            <p:nvPr userDrawn="1"/>
          </p:nvGrpSpPr>
          <p:grpSpPr>
            <a:xfrm>
              <a:off x="-1225469" y="1860637"/>
              <a:ext cx="3835321" cy="547270"/>
              <a:chOff x="-1" y="1860637"/>
              <a:chExt cx="3835321" cy="547270"/>
            </a:xfrm>
          </p:grpSpPr>
          <p:sp>
            <p:nvSpPr>
              <p:cNvPr id="56" name="Oval 55">
                <a:extLst>
                  <a:ext uri="{FF2B5EF4-FFF2-40B4-BE49-F238E27FC236}">
                    <a16:creationId xmlns:a16="http://schemas.microsoft.com/office/drawing/2014/main" id="{98A88CE2-C346-6A1C-2ECA-F96ED3759F52}"/>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7" name="Straight Connector 56">
                <a:extLst>
                  <a:ext uri="{FF2B5EF4-FFF2-40B4-BE49-F238E27FC236}">
                    <a16:creationId xmlns:a16="http://schemas.microsoft.com/office/drawing/2014/main" id="{5A2C42DA-B857-1726-C8D9-FE4710E5AF27}"/>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022A1339-07A9-9E34-F0B5-0FC956E053B1}"/>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9CB6646-AD5A-592F-1BBF-6F86BE47C2E5}"/>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D2335E1C-3065-23F6-E27F-3F0198899BD3}"/>
                </a:ext>
              </a:extLst>
            </p:cNvPr>
            <p:cNvGrpSpPr/>
            <p:nvPr userDrawn="1"/>
          </p:nvGrpSpPr>
          <p:grpSpPr>
            <a:xfrm flipV="1">
              <a:off x="-1259888" y="4408929"/>
              <a:ext cx="3835321" cy="547270"/>
              <a:chOff x="-1" y="1860637"/>
              <a:chExt cx="3835321" cy="547270"/>
            </a:xfrm>
          </p:grpSpPr>
          <p:sp>
            <p:nvSpPr>
              <p:cNvPr id="52" name="Oval 51">
                <a:extLst>
                  <a:ext uri="{FF2B5EF4-FFF2-40B4-BE49-F238E27FC236}">
                    <a16:creationId xmlns:a16="http://schemas.microsoft.com/office/drawing/2014/main" id="{0054D5F9-BD76-DFA5-747D-63210423AF11}"/>
                  </a:ext>
                </a:extLst>
              </p:cNvPr>
              <p:cNvSpPr/>
              <p:nvPr/>
            </p:nvSpPr>
            <p:spPr>
              <a:xfrm>
                <a:off x="3518565" y="1860637"/>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3" name="Straight Connector 52">
                <a:extLst>
                  <a:ext uri="{FF2B5EF4-FFF2-40B4-BE49-F238E27FC236}">
                    <a16:creationId xmlns:a16="http://schemas.microsoft.com/office/drawing/2014/main" id="{CCE92875-704E-A1B5-07E6-FAEFE45DBA51}"/>
                  </a:ext>
                </a:extLst>
              </p:cNvPr>
              <p:cNvCxnSpPr/>
              <p:nvPr/>
            </p:nvCxnSpPr>
            <p:spPr>
              <a:xfrm>
                <a:off x="-1" y="2407907"/>
                <a:ext cx="1985654"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465DD13-4162-48B0-8660-1DA77169F84E}"/>
                  </a:ext>
                </a:extLst>
              </p:cNvPr>
              <p:cNvCxnSpPr>
                <a:cxnSpLocks/>
              </p:cNvCxnSpPr>
              <p:nvPr/>
            </p:nvCxnSpPr>
            <p:spPr>
              <a:xfrm flipV="1">
                <a:off x="1974958" y="2019015"/>
                <a:ext cx="463440" cy="388892"/>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5D16174-2600-C069-974A-6FEA86E0360D}"/>
                  </a:ext>
                </a:extLst>
              </p:cNvPr>
              <p:cNvCxnSpPr>
                <a:cxnSpLocks/>
              </p:cNvCxnSpPr>
              <p:nvPr/>
            </p:nvCxnSpPr>
            <p:spPr>
              <a:xfrm>
                <a:off x="2438398" y="2019015"/>
                <a:ext cx="1080167"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273999E9-4737-2309-371C-9E0670D1FA16}"/>
                </a:ext>
              </a:extLst>
            </p:cNvPr>
            <p:cNvGrpSpPr/>
            <p:nvPr userDrawn="1"/>
          </p:nvGrpSpPr>
          <p:grpSpPr>
            <a:xfrm>
              <a:off x="-1252333" y="2715185"/>
              <a:ext cx="2776521" cy="436736"/>
              <a:chOff x="-26865" y="2715185"/>
              <a:chExt cx="2776521" cy="436736"/>
            </a:xfrm>
          </p:grpSpPr>
          <p:cxnSp>
            <p:nvCxnSpPr>
              <p:cNvPr id="48" name="Straight Connector 47">
                <a:extLst>
                  <a:ext uri="{FF2B5EF4-FFF2-40B4-BE49-F238E27FC236}">
                    <a16:creationId xmlns:a16="http://schemas.microsoft.com/office/drawing/2014/main" id="{F8BEE6AC-D79B-8E2A-ABF5-4EEEA5212958}"/>
                  </a:ext>
                </a:extLst>
              </p:cNvPr>
              <p:cNvCxnSpPr/>
              <p:nvPr/>
            </p:nvCxnSpPr>
            <p:spPr>
              <a:xfrm>
                <a:off x="-26865" y="3151921"/>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D71D58E6-0CF0-201A-6AC4-AC76E73B91AC}"/>
                  </a:ext>
                </a:extLst>
              </p:cNvPr>
              <p:cNvCxnSpPr>
                <a:cxnSpLocks/>
              </p:cNvCxnSpPr>
              <p:nvPr/>
            </p:nvCxnSpPr>
            <p:spPr>
              <a:xfrm flipV="1">
                <a:off x="1368303" y="2877197"/>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03F8ECCF-CC37-3AD1-B56C-A8D4EAB0F408}"/>
                  </a:ext>
                </a:extLst>
              </p:cNvPr>
              <p:cNvCxnSpPr>
                <a:cxnSpLocks/>
              </p:cNvCxnSpPr>
              <p:nvPr/>
            </p:nvCxnSpPr>
            <p:spPr>
              <a:xfrm>
                <a:off x="1695690" y="2877197"/>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31674892-B2C7-136E-8594-C11B8E269F87}"/>
                  </a:ext>
                </a:extLst>
              </p:cNvPr>
              <p:cNvSpPr/>
              <p:nvPr/>
            </p:nvSpPr>
            <p:spPr>
              <a:xfrm>
                <a:off x="2432901" y="2715185"/>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3" name="Group 42">
              <a:extLst>
                <a:ext uri="{FF2B5EF4-FFF2-40B4-BE49-F238E27FC236}">
                  <a16:creationId xmlns:a16="http://schemas.microsoft.com/office/drawing/2014/main" id="{831C3464-516C-C4D2-7CEC-A8FAE9B21FCD}"/>
                </a:ext>
              </a:extLst>
            </p:cNvPr>
            <p:cNvGrpSpPr/>
            <p:nvPr userDrawn="1"/>
          </p:nvGrpSpPr>
          <p:grpSpPr>
            <a:xfrm>
              <a:off x="-1225468" y="3843225"/>
              <a:ext cx="2802371" cy="433101"/>
              <a:chOff x="-34420" y="3843718"/>
              <a:chExt cx="2802371" cy="433101"/>
            </a:xfrm>
          </p:grpSpPr>
          <p:cxnSp>
            <p:nvCxnSpPr>
              <p:cNvPr id="44" name="Straight Connector 43">
                <a:extLst>
                  <a:ext uri="{FF2B5EF4-FFF2-40B4-BE49-F238E27FC236}">
                    <a16:creationId xmlns:a16="http://schemas.microsoft.com/office/drawing/2014/main" id="{408CCADE-8B1D-0E30-0A68-1F46B13BC757}"/>
                  </a:ext>
                </a:extLst>
              </p:cNvPr>
              <p:cNvCxnSpPr/>
              <p:nvPr/>
            </p:nvCxnSpPr>
            <p:spPr>
              <a:xfrm flipV="1">
                <a:off x="-34420" y="3843718"/>
                <a:ext cx="1402723"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817E267-84D9-FC0C-E5D5-1DD3288DCC70}"/>
                  </a:ext>
                </a:extLst>
              </p:cNvPr>
              <p:cNvCxnSpPr>
                <a:cxnSpLocks/>
              </p:cNvCxnSpPr>
              <p:nvPr/>
            </p:nvCxnSpPr>
            <p:spPr>
              <a:xfrm>
                <a:off x="1360748" y="3843718"/>
                <a:ext cx="327387" cy="274724"/>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CA383401-6B48-1369-8E23-310FBDF1E0DF}"/>
                  </a:ext>
                </a:extLst>
              </p:cNvPr>
              <p:cNvCxnSpPr>
                <a:cxnSpLocks/>
              </p:cNvCxnSpPr>
              <p:nvPr/>
            </p:nvCxnSpPr>
            <p:spPr>
              <a:xfrm flipV="1">
                <a:off x="1688135" y="4118442"/>
                <a:ext cx="763061" cy="0"/>
              </a:xfrm>
              <a:prstGeom prst="line">
                <a:avLst/>
              </a:prstGeom>
              <a:ln w="38100" cap="rnd">
                <a:gradFill flip="none" rotWithShape="1">
                  <a:gsLst>
                    <a:gs pos="0">
                      <a:srgbClr val="0072FF"/>
                    </a:gs>
                    <a:gs pos="100000">
                      <a:srgbClr val="00C6FF"/>
                    </a:gs>
                  </a:gsLst>
                  <a:path path="shape">
                    <a:fillToRect l="50000" t="50000" r="50000" b="50000"/>
                  </a:path>
                  <a:tileRect/>
                </a:gradFill>
                <a:round/>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715E2EA8-3EC1-AFA6-AC3A-1F5D01C1902E}"/>
                  </a:ext>
                </a:extLst>
              </p:cNvPr>
              <p:cNvSpPr/>
              <p:nvPr/>
            </p:nvSpPr>
            <p:spPr>
              <a:xfrm>
                <a:off x="2451196" y="3960064"/>
                <a:ext cx="316755" cy="316755"/>
              </a:xfrm>
              <a:prstGeom prst="ellipse">
                <a:avLst/>
              </a:prstGeom>
              <a:gradFill flip="none" rotWithShape="1">
                <a:gsLst>
                  <a:gs pos="0">
                    <a:srgbClr val="0072FF"/>
                  </a:gs>
                  <a:gs pos="100000">
                    <a:srgbClr val="00C6FF"/>
                  </a:gs>
                </a:gsLst>
                <a:lin ang="2700000" scaled="1"/>
                <a:tileRect/>
              </a:gradFill>
              <a:ln cap="rnd">
                <a:gradFill flip="none" rotWithShape="1">
                  <a:gsLst>
                    <a:gs pos="0">
                      <a:srgbClr val="0072FF"/>
                    </a:gs>
                    <a:gs pos="100000">
                      <a:srgbClr val="00C6FF"/>
                    </a:gs>
                  </a:gsLst>
                  <a:path path="shape">
                    <a:fillToRect l="50000" t="50000" r="50000" b="50000"/>
                  </a:path>
                  <a:tileRect/>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69" name="Oval 68">
            <a:extLst>
              <a:ext uri="{FF2B5EF4-FFF2-40B4-BE49-F238E27FC236}">
                <a16:creationId xmlns:a16="http://schemas.microsoft.com/office/drawing/2014/main" id="{18EDBFE5-F6A7-D377-B524-2A5E293A8580}"/>
              </a:ext>
            </a:extLst>
          </p:cNvPr>
          <p:cNvSpPr/>
          <p:nvPr userDrawn="1"/>
        </p:nvSpPr>
        <p:spPr>
          <a:xfrm>
            <a:off x="11924591" y="6583140"/>
            <a:ext cx="233916" cy="23391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00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F24298E1-B4F3-31E6-9C4D-5AE100CD89B6}"/>
              </a:ext>
            </a:extLst>
          </p:cNvPr>
          <p:cNvSpPr>
            <a:spLocks noGrp="1"/>
          </p:cNvSpPr>
          <p:nvPr>
            <p:ph type="sldNum" sz="quarter" idx="12"/>
          </p:nvPr>
        </p:nvSpPr>
        <p:spPr>
          <a:xfrm>
            <a:off x="11900400" y="6566400"/>
            <a:ext cx="291600" cy="291600"/>
          </a:xfrm>
        </p:spPr>
        <p:txBody>
          <a:bodyPr/>
          <a:lstStyle>
            <a:lvl1pPr algn="ctr">
              <a:defRPr lang="en-VN" sz="700" kern="1200" smtClean="0">
                <a:solidFill>
                  <a:schemeClr val="tx1"/>
                </a:solidFill>
                <a:latin typeface="Arial" panose="020B0604020202020204" pitchFamily="34" charset="0"/>
                <a:ea typeface="+mn-ea"/>
                <a:cs typeface="Arial" panose="020B0604020202020204" pitchFamily="34" charset="0"/>
              </a:defRPr>
            </a:lvl1pPr>
          </a:lstStyle>
          <a:p>
            <a:fld id="{D8B0B3AC-44A8-D142-AAF6-9A453466E1A4}" type="slidenum">
              <a:rPr lang="en-VN" smtClean="0"/>
              <a:pPr/>
              <a:t>‹#›</a:t>
            </a:fld>
            <a:endParaRPr lang="en-VN" dirty="0"/>
          </a:p>
        </p:txBody>
      </p:sp>
      <p:sp>
        <p:nvSpPr>
          <p:cNvPr id="70" name="TextBox 69">
            <a:extLst>
              <a:ext uri="{FF2B5EF4-FFF2-40B4-BE49-F238E27FC236}">
                <a16:creationId xmlns:a16="http://schemas.microsoft.com/office/drawing/2014/main" id="{03E32705-3D72-A324-09E4-62DB4F73E8B8}"/>
              </a:ext>
            </a:extLst>
          </p:cNvPr>
          <p:cNvSpPr txBox="1"/>
          <p:nvPr userDrawn="1"/>
        </p:nvSpPr>
        <p:spPr>
          <a:xfrm>
            <a:off x="4702630" y="640081"/>
            <a:ext cx="3028822" cy="646331"/>
          </a:xfrm>
          <a:prstGeom prst="rect">
            <a:avLst/>
          </a:prstGeom>
          <a:gradFill>
            <a:gsLst>
              <a:gs pos="0">
                <a:srgbClr val="0072FF"/>
              </a:gs>
              <a:gs pos="100000">
                <a:srgbClr val="00C6FF"/>
              </a:gs>
            </a:gsLst>
            <a:path path="shape">
              <a:fillToRect l="50000" t="50000" r="50000" b="50000"/>
            </a:path>
          </a:gradFill>
        </p:spPr>
        <p:txBody>
          <a:bodyPr wrap="square" rtlCol="0" anchor="ctr">
            <a:spAutoFit/>
          </a:bodyPr>
          <a:lstStyle/>
          <a:p>
            <a:pPr algn="ctr"/>
            <a:r>
              <a:rPr lang="en-VN" sz="3600" b="1" dirty="0">
                <a:solidFill>
                  <a:schemeClr val="bg1"/>
                </a:solidFill>
                <a:latin typeface="Times New Roman" panose="02020603050405020304" pitchFamily="18" charset="0"/>
                <a:cs typeface="Times New Roman" panose="02020603050405020304" pitchFamily="18" charset="0"/>
              </a:rPr>
              <a:t>NỘI DUNG</a:t>
            </a:r>
          </a:p>
        </p:txBody>
      </p:sp>
      <p:sp>
        <p:nvSpPr>
          <p:cNvPr id="73" name="Text Placeholder 72">
            <a:extLst>
              <a:ext uri="{FF2B5EF4-FFF2-40B4-BE49-F238E27FC236}">
                <a16:creationId xmlns:a16="http://schemas.microsoft.com/office/drawing/2014/main" id="{76C3F59F-1B16-EF53-7B37-4235433DF423}"/>
              </a:ext>
            </a:extLst>
          </p:cNvPr>
          <p:cNvSpPr>
            <a:spLocks noGrp="1"/>
          </p:cNvSpPr>
          <p:nvPr>
            <p:ph type="body" sz="quarter" idx="13" hasCustomPrompt="1"/>
          </p:nvPr>
        </p:nvSpPr>
        <p:spPr>
          <a:xfrm>
            <a:off x="2735144" y="1286346"/>
            <a:ext cx="6721714" cy="4699000"/>
          </a:xfrm>
        </p:spPr>
        <p:txBody>
          <a:bodyPr anchor="ctr">
            <a:normAutofit/>
          </a:bodyPr>
          <a:lstStyle>
            <a:lvl1pPr marL="514350" indent="-514350" algn="just">
              <a:buFont typeface="+mj-lt"/>
              <a:buAutoNum type="arabicPeriod"/>
              <a:defRPr sz="2200">
                <a:latin typeface="Arial" panose="020B0604020202020204" pitchFamily="34" charset="0"/>
                <a:cs typeface="Arial" panose="020B0604020202020204" pitchFamily="34" charset="0"/>
              </a:defRPr>
            </a:lvl1pPr>
            <a:lvl2pPr marL="914400" indent="-457200" algn="ctr">
              <a:buFont typeface="+mj-lt"/>
              <a:buAutoNum type="arabicPeriod"/>
              <a:defRPr>
                <a:latin typeface="Arial" panose="020B0604020202020204" pitchFamily="34" charset="0"/>
                <a:cs typeface="Arial" panose="020B0604020202020204" pitchFamily="34" charset="0"/>
              </a:defRPr>
            </a:lvl2pPr>
            <a:lvl3pPr marL="1371600" indent="-457200" algn="ctr">
              <a:buFont typeface="+mj-lt"/>
              <a:buAutoNum type="arabicPeriod"/>
              <a:defRPr>
                <a:latin typeface="Arial" panose="020B0604020202020204" pitchFamily="34" charset="0"/>
                <a:cs typeface="Arial" panose="020B0604020202020204" pitchFamily="34" charset="0"/>
              </a:defRPr>
            </a:lvl3pPr>
            <a:lvl4pPr marL="1714500" indent="-342900" algn="ctr">
              <a:buFont typeface="+mj-lt"/>
              <a:buAutoNum type="arabicPeriod"/>
              <a:defRPr>
                <a:latin typeface="Arial" panose="020B0604020202020204" pitchFamily="34" charset="0"/>
                <a:cs typeface="Arial" panose="020B0604020202020204" pitchFamily="34" charset="0"/>
              </a:defRPr>
            </a:lvl4pPr>
            <a:lvl5pPr marL="2171700" indent="-342900" algn="ctr">
              <a:buFont typeface="+mj-lt"/>
              <a:buAutoNum type="arabicPeriod"/>
              <a:defRPr>
                <a:latin typeface="Arial" panose="020B0604020202020204" pitchFamily="34" charset="0"/>
                <a:cs typeface="Arial" panose="020B0604020202020204" pitchFamily="34" charset="0"/>
              </a:defRPr>
            </a:lvl5pPr>
          </a:lstStyle>
          <a:p>
            <a:pPr lvl="0"/>
            <a:r>
              <a:rPr lang="en-US" dirty="0" err="1"/>
              <a:t>Mục</a:t>
            </a:r>
            <a:r>
              <a:rPr lang="en-US" dirty="0"/>
              <a:t> 1</a:t>
            </a:r>
          </a:p>
          <a:p>
            <a:pPr lvl="0"/>
            <a:r>
              <a:rPr lang="en-US" dirty="0" err="1"/>
              <a:t>Mục</a:t>
            </a:r>
            <a:r>
              <a:rPr lang="en-US" dirty="0"/>
              <a:t> 2</a:t>
            </a:r>
          </a:p>
          <a:p>
            <a:pPr lvl="0"/>
            <a:r>
              <a:rPr lang="en-US" dirty="0" err="1"/>
              <a:t>Mục</a:t>
            </a:r>
            <a:r>
              <a:rPr lang="en-US" dirty="0"/>
              <a:t> 3</a:t>
            </a:r>
          </a:p>
          <a:p>
            <a:pPr lvl="0"/>
            <a:r>
              <a:rPr lang="en-US" dirty="0" err="1"/>
              <a:t>Mục</a:t>
            </a:r>
            <a:r>
              <a:rPr lang="en-US" dirty="0"/>
              <a:t> 4</a:t>
            </a:r>
          </a:p>
          <a:p>
            <a:pPr lvl="0"/>
            <a:r>
              <a:rPr lang="en-US" dirty="0" err="1"/>
              <a:t>Mục</a:t>
            </a:r>
            <a:r>
              <a:rPr lang="en-US" dirty="0"/>
              <a:t> 5</a:t>
            </a:r>
          </a:p>
        </p:txBody>
      </p:sp>
      <p:sp>
        <p:nvSpPr>
          <p:cNvPr id="75" name="Isosceles Triangle 12">
            <a:extLst>
              <a:ext uri="{FF2B5EF4-FFF2-40B4-BE49-F238E27FC236}">
                <a16:creationId xmlns:a16="http://schemas.microsoft.com/office/drawing/2014/main" id="{A388E1C1-619D-B3DE-405E-FEBD285E8A4D}"/>
              </a:ext>
            </a:extLst>
          </p:cNvPr>
          <p:cNvSpPr/>
          <p:nvPr userDrawn="1"/>
        </p:nvSpPr>
        <p:spPr>
          <a:xfrm rot="10800000">
            <a:off x="0" y="0"/>
            <a:ext cx="715617" cy="616911"/>
          </a:xfrm>
          <a:prstGeom prst="triangle">
            <a:avLst>
              <a:gd name="adj" fmla="val 100000"/>
            </a:avLst>
          </a:prstGeom>
          <a:solidFill>
            <a:srgbClr val="007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roup 75">
            <a:extLst>
              <a:ext uri="{FF2B5EF4-FFF2-40B4-BE49-F238E27FC236}">
                <a16:creationId xmlns:a16="http://schemas.microsoft.com/office/drawing/2014/main" id="{7C853EEA-59DB-F0D6-265D-88168C2394BB}"/>
              </a:ext>
            </a:extLst>
          </p:cNvPr>
          <p:cNvGrpSpPr/>
          <p:nvPr userDrawn="1"/>
        </p:nvGrpSpPr>
        <p:grpSpPr>
          <a:xfrm>
            <a:off x="58527" y="40944"/>
            <a:ext cx="2869771" cy="886519"/>
            <a:chOff x="44879" y="27296"/>
            <a:chExt cx="2869771" cy="886519"/>
          </a:xfrm>
          <a:solidFill>
            <a:srgbClr val="0072FF"/>
          </a:solidFill>
        </p:grpSpPr>
        <p:cxnSp>
          <p:nvCxnSpPr>
            <p:cNvPr id="77" name="Straight Connector 76">
              <a:extLst>
                <a:ext uri="{FF2B5EF4-FFF2-40B4-BE49-F238E27FC236}">
                  <a16:creationId xmlns:a16="http://schemas.microsoft.com/office/drawing/2014/main" id="{F437A5D6-1DC7-D389-82D2-23162AC05FBF}"/>
                </a:ext>
              </a:extLst>
            </p:cNvPr>
            <p:cNvCxnSpPr>
              <a:cxnSpLocks/>
            </p:cNvCxnSpPr>
            <p:nvPr/>
          </p:nvCxnSpPr>
          <p:spPr>
            <a:xfrm flipH="1">
              <a:off x="766351" y="34631"/>
              <a:ext cx="2148299" cy="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896068C2-8F0E-EB5D-CA9A-7015104FFBD1}"/>
                </a:ext>
              </a:extLst>
            </p:cNvPr>
            <p:cNvCxnSpPr>
              <a:cxnSpLocks/>
            </p:cNvCxnSpPr>
            <p:nvPr/>
          </p:nvCxnSpPr>
          <p:spPr>
            <a:xfrm flipH="1">
              <a:off x="44879" y="27296"/>
              <a:ext cx="737495" cy="644210"/>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8D9F136-81C9-C695-8C54-BACD26A69D63}"/>
                </a:ext>
              </a:extLst>
            </p:cNvPr>
            <p:cNvCxnSpPr>
              <a:cxnSpLocks/>
            </p:cNvCxnSpPr>
            <p:nvPr/>
          </p:nvCxnSpPr>
          <p:spPr>
            <a:xfrm flipV="1">
              <a:off x="52214" y="654128"/>
              <a:ext cx="0" cy="259687"/>
            </a:xfrm>
            <a:prstGeom prst="line">
              <a:avLst/>
            </a:prstGeom>
            <a:grpFill/>
            <a:ln w="38100">
              <a:solidFill>
                <a:srgbClr val="00C6FF"/>
              </a:solidFill>
            </a:ln>
          </p:spPr>
          <p:style>
            <a:lnRef idx="1">
              <a:schemeClr val="accent1"/>
            </a:lnRef>
            <a:fillRef idx="0">
              <a:schemeClr val="accent1"/>
            </a:fillRef>
            <a:effectRef idx="0">
              <a:schemeClr val="accent1"/>
            </a:effectRef>
            <a:fontRef idx="minor">
              <a:schemeClr val="tx1"/>
            </a:fontRef>
          </p:style>
        </p:cxnSp>
      </p:grpSp>
      <p:pic>
        <p:nvPicPr>
          <p:cNvPr id="86" name="Picture 85" descr="A picture containing clipart, vector graphics&#10;&#10;Description automatically generated">
            <a:extLst>
              <a:ext uri="{FF2B5EF4-FFF2-40B4-BE49-F238E27FC236}">
                <a16:creationId xmlns:a16="http://schemas.microsoft.com/office/drawing/2014/main" id="{59A81B3C-3C09-2267-567B-AD3F47296CD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12638" y="362637"/>
            <a:ext cx="544288" cy="450213"/>
          </a:xfrm>
          <a:prstGeom prst="rect">
            <a:avLst/>
          </a:prstGeom>
        </p:spPr>
      </p:pic>
      <p:sp>
        <p:nvSpPr>
          <p:cNvPr id="2" name="Date Placeholder 1">
            <a:extLst>
              <a:ext uri="{FF2B5EF4-FFF2-40B4-BE49-F238E27FC236}">
                <a16:creationId xmlns:a16="http://schemas.microsoft.com/office/drawing/2014/main" id="{D1B4C13D-5A18-5AEA-36B7-4E32F182BE34}"/>
              </a:ext>
            </a:extLst>
          </p:cNvPr>
          <p:cNvSpPr>
            <a:spLocks noGrp="1"/>
          </p:cNvSpPr>
          <p:nvPr>
            <p:ph type="dt" sz="half" idx="14"/>
          </p:nvPr>
        </p:nvSpPr>
        <p:spPr>
          <a:xfrm>
            <a:off x="796022" y="6454635"/>
            <a:ext cx="2132276" cy="266840"/>
          </a:xfrm>
        </p:spPr>
        <p:txBody>
          <a:bodyPr/>
          <a:lstStyle>
            <a:lvl1pPr>
              <a:defRPr lang="en-US" sz="1100" kern="1200" smtClean="0">
                <a:solidFill>
                  <a:schemeClr val="tx1">
                    <a:tint val="75000"/>
                  </a:schemeClr>
                </a:solidFill>
                <a:latin typeface="Arial" panose="020B0604020202020204" pitchFamily="34" charset="0"/>
                <a:ea typeface="+mn-ea"/>
                <a:cs typeface="Arial" panose="020B0604020202020204" pitchFamily="34" charset="0"/>
              </a:defRPr>
            </a:lvl1pPr>
          </a:lstStyle>
          <a:p>
            <a:fld id="{46CDDB1B-AAE9-1649-A755-11FADEB7E97E}" type="datetime4">
              <a:rPr lang="en-US" smtClean="0"/>
              <a:pPr/>
              <a:t>December 5, 2024</a:t>
            </a:fld>
            <a:endParaRPr lang="en-US" dirty="0"/>
          </a:p>
        </p:txBody>
      </p:sp>
    </p:spTree>
    <p:extLst>
      <p:ext uri="{BB962C8B-B14F-4D97-AF65-F5344CB8AC3E}">
        <p14:creationId xmlns:p14="http://schemas.microsoft.com/office/powerpoint/2010/main" val="1027483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BCB126-07C1-993D-D40F-CC928946B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1. TÊN MỤC</a:t>
            </a:r>
            <a:endParaRPr lang="en-VN" dirty="0"/>
          </a:p>
        </p:txBody>
      </p:sp>
      <p:sp>
        <p:nvSpPr>
          <p:cNvPr id="3" name="Text Placeholder 2">
            <a:extLst>
              <a:ext uri="{FF2B5EF4-FFF2-40B4-BE49-F238E27FC236}">
                <a16:creationId xmlns:a16="http://schemas.microsoft.com/office/drawing/2014/main" id="{B5BBBD58-B33F-3C47-5551-9A2A2CE277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83F5A01D-3EDB-1F54-F4EE-AFD1EF9962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6CDDB1B-AAE9-1649-A755-11FADEB7E97E}" type="datetime4">
              <a:rPr lang="en-US" smtClean="0"/>
              <a:t>December 5, 2024</a:t>
            </a:fld>
            <a:endParaRPr lang="en-VN"/>
          </a:p>
        </p:txBody>
      </p:sp>
      <p:sp>
        <p:nvSpPr>
          <p:cNvPr id="5" name="Footer Placeholder 4">
            <a:extLst>
              <a:ext uri="{FF2B5EF4-FFF2-40B4-BE49-F238E27FC236}">
                <a16:creationId xmlns:a16="http://schemas.microsoft.com/office/drawing/2014/main" id="{F95D1C7E-53C3-CE2D-B996-7F97021382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1A91A76A-6303-F16B-A578-8E129753AC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0B3AC-44A8-D142-AAF6-9A453466E1A4}" type="slidenum">
              <a:rPr lang="en-VN" smtClean="0"/>
              <a:t>‹#›</a:t>
            </a:fld>
            <a:endParaRPr lang="en-VN"/>
          </a:p>
        </p:txBody>
      </p:sp>
    </p:spTree>
    <p:extLst>
      <p:ext uri="{BB962C8B-B14F-4D97-AF65-F5344CB8AC3E}">
        <p14:creationId xmlns:p14="http://schemas.microsoft.com/office/powerpoint/2010/main" val="4154291981"/>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8" r:id="rId12"/>
    <p:sldLayoutId id="2147483679" r:id="rId13"/>
    <p:sldLayoutId id="2147483649" r:id="rId14"/>
    <p:sldLayoutId id="2147483664" r:id="rId15"/>
  </p:sldLayoutIdLst>
  <p:hf hdr="0"/>
  <p:txStyles>
    <p:title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5.xml"/><Relationship Id="rId5" Type="http://schemas.openxmlformats.org/officeDocument/2006/relationships/image" Target="../media/image13.jpeg"/><Relationship Id="rId4" Type="http://schemas.openxmlformats.org/officeDocument/2006/relationships/image" Target="../media/image12.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package" Target="../embeddings/Microsoft_Visio_Drawing1.vsdx"/><Relationship Id="rId7" Type="http://schemas.openxmlformats.org/officeDocument/2006/relationships/image" Target="../media/image15.emf"/><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package" Target="../embeddings/Microsoft_Visio_Drawing2.vsdx"/><Relationship Id="rId5" Type="http://schemas.openxmlformats.org/officeDocument/2006/relationships/image" Target="../media/image7.png"/><Relationship Id="rId4" Type="http://schemas.openxmlformats.org/officeDocument/2006/relationships/image" Target="../media/image14.emf"/></Relationships>
</file>

<file path=ppt/slides/_rels/slide40.xml.rels><?xml version="1.0" encoding="UTF-8" standalone="yes"?>
<Relationships xmlns="http://schemas.openxmlformats.org/package/2006/relationships"><Relationship Id="rId3" Type="http://schemas.openxmlformats.org/officeDocument/2006/relationships/package" Target="../embeddings/Microsoft_Visio_Drawing3.vsdx"/><Relationship Id="rId7" Type="http://schemas.openxmlformats.org/officeDocument/2006/relationships/image" Target="../media/image18.emf"/><Relationship Id="rId2" Type="http://schemas.openxmlformats.org/officeDocument/2006/relationships/slideLayout" Target="../slideLayouts/slideLayout5.xml"/><Relationship Id="rId1" Type="http://schemas.openxmlformats.org/officeDocument/2006/relationships/tags" Target="../tags/tag1.xml"/><Relationship Id="rId6" Type="http://schemas.openxmlformats.org/officeDocument/2006/relationships/package" Target="../embeddings/Microsoft_Visio_Drawing5.vsdx"/><Relationship Id="rId5" Type="http://schemas.openxmlformats.org/officeDocument/2006/relationships/image" Target="../media/image17.jpeg"/><Relationship Id="rId4" Type="http://schemas.openxmlformats.org/officeDocument/2006/relationships/image" Target="../media/image16.emf"/></Relationships>
</file>

<file path=ppt/slides/_rels/slide41.xml.rels><?xml version="1.0" encoding="UTF-8" standalone="yes"?>
<Relationships xmlns="http://schemas.openxmlformats.org/package/2006/relationships"><Relationship Id="rId3" Type="http://schemas.openxmlformats.org/officeDocument/2006/relationships/package" Target="../embeddings/Microsoft_Visio_Drawing9.vsdx"/><Relationship Id="rId7" Type="http://schemas.openxmlformats.org/officeDocument/2006/relationships/image" Target="../media/image22.emf"/><Relationship Id="rId2" Type="http://schemas.openxmlformats.org/officeDocument/2006/relationships/image" Target="../media/image19.jpeg"/><Relationship Id="rId1" Type="http://schemas.openxmlformats.org/officeDocument/2006/relationships/slideLayout" Target="../slideLayouts/slideLayout5.xml"/><Relationship Id="rId6" Type="http://schemas.openxmlformats.org/officeDocument/2006/relationships/package" Target="../embeddings/Microsoft_Visio_Drawing8.vsdx"/><Relationship Id="rId5" Type="http://schemas.openxmlformats.org/officeDocument/2006/relationships/image" Target="../media/image21.png"/><Relationship Id="rId4" Type="http://schemas.openxmlformats.org/officeDocument/2006/relationships/image" Target="../media/image20.emf"/></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slideLayout" Target="../slideLayouts/slideLayout5.xml"/><Relationship Id="rId5" Type="http://schemas.openxmlformats.org/officeDocument/2006/relationships/image" Target="../media/image25.emf"/><Relationship Id="rId4" Type="http://schemas.openxmlformats.org/officeDocument/2006/relationships/oleObject" Target="../embeddings/oleObject1.bin"/></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oleObject" Target="../embeddings/oleObject2.bin"/><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oleObject" Target="../embeddings/oleObject3.bin"/></Relationships>
</file>

<file path=ppt/slides/_rels/slide4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package" Target="../embeddings/Microsoft_Visio_Drawing10.vsdx"/><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D72110C-D077-8C1D-3057-3378C02C490F}"/>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6" name="Slide Number Placeholder 5">
            <a:extLst>
              <a:ext uri="{FF2B5EF4-FFF2-40B4-BE49-F238E27FC236}">
                <a16:creationId xmlns:a16="http://schemas.microsoft.com/office/drawing/2014/main" id="{1B88DCF8-0D88-9852-95C4-4F568F0A7200}"/>
              </a:ext>
            </a:extLst>
          </p:cNvPr>
          <p:cNvSpPr>
            <a:spLocks noGrp="1"/>
          </p:cNvSpPr>
          <p:nvPr>
            <p:ph type="sldNum" sz="quarter" idx="12"/>
          </p:nvPr>
        </p:nvSpPr>
        <p:spPr/>
        <p:txBody>
          <a:bodyPr/>
          <a:lstStyle/>
          <a:p>
            <a:fld id="{D8B0B3AC-44A8-D142-AAF6-9A453466E1A4}" type="slidenum">
              <a:rPr lang="en-VN" smtClean="0"/>
              <a:pPr/>
              <a:t>1</a:t>
            </a:fld>
            <a:endParaRPr lang="en-VN" dirty="0"/>
          </a:p>
        </p:txBody>
      </p:sp>
      <p:sp>
        <p:nvSpPr>
          <p:cNvPr id="7" name="Text Placeholder 6">
            <a:extLst>
              <a:ext uri="{FF2B5EF4-FFF2-40B4-BE49-F238E27FC236}">
                <a16:creationId xmlns:a16="http://schemas.microsoft.com/office/drawing/2014/main" id="{11F55CA5-843C-3510-DCA9-291216FC7646}"/>
              </a:ext>
            </a:extLst>
          </p:cNvPr>
          <p:cNvSpPr>
            <a:spLocks noGrp="1"/>
          </p:cNvSpPr>
          <p:nvPr>
            <p:ph type="body" sz="quarter" idx="13"/>
          </p:nvPr>
        </p:nvSpPr>
        <p:spPr/>
        <p:txBody>
          <a:bodyPr>
            <a:normAutofit fontScale="77500" lnSpcReduction="20000"/>
          </a:bodyPr>
          <a:lstStyle/>
          <a:p>
            <a:r>
              <a:rPr lang="en-US"/>
              <a:t>TỔ CHỨC VÀ CẤU TRÚC MÁY TÍNH II</a:t>
            </a:r>
            <a:endParaRPr lang="en-VN" dirty="0"/>
          </a:p>
        </p:txBody>
      </p:sp>
      <p:sp>
        <p:nvSpPr>
          <p:cNvPr id="8" name="Text Placeholder 7">
            <a:extLst>
              <a:ext uri="{FF2B5EF4-FFF2-40B4-BE49-F238E27FC236}">
                <a16:creationId xmlns:a16="http://schemas.microsoft.com/office/drawing/2014/main" id="{A2113BCF-E52A-540A-4540-2833CA1A0E44}"/>
              </a:ext>
            </a:extLst>
          </p:cNvPr>
          <p:cNvSpPr>
            <a:spLocks noGrp="1"/>
          </p:cNvSpPr>
          <p:nvPr>
            <p:ph type="body" sz="quarter" idx="14"/>
          </p:nvPr>
        </p:nvSpPr>
        <p:spPr>
          <a:xfrm>
            <a:off x="876990" y="3062315"/>
            <a:ext cx="10438019" cy="459447"/>
          </a:xfrm>
        </p:spPr>
        <p:txBody>
          <a:bodyPr/>
          <a:lstStyle/>
          <a:p>
            <a:r>
              <a:rPr lang="en-US" dirty="0"/>
              <a:t>ÔN </a:t>
            </a:r>
            <a:r>
              <a:rPr lang="en-US"/>
              <a:t>TẬP CUỐI HỌC KỲ - BUỔI 1</a:t>
            </a:r>
            <a:endParaRPr lang="en-VN" dirty="0"/>
          </a:p>
        </p:txBody>
      </p:sp>
      <p:sp>
        <p:nvSpPr>
          <p:cNvPr id="9" name="Text Placeholder 8">
            <a:extLst>
              <a:ext uri="{FF2B5EF4-FFF2-40B4-BE49-F238E27FC236}">
                <a16:creationId xmlns:a16="http://schemas.microsoft.com/office/drawing/2014/main" id="{4F41A4B7-48D3-1CAE-C056-FDAD586D0469}"/>
              </a:ext>
            </a:extLst>
          </p:cNvPr>
          <p:cNvSpPr>
            <a:spLocks noGrp="1"/>
          </p:cNvSpPr>
          <p:nvPr>
            <p:ph type="body" sz="quarter" idx="15"/>
          </p:nvPr>
        </p:nvSpPr>
        <p:spPr/>
        <p:txBody>
          <a:bodyPr/>
          <a:lstStyle/>
          <a:p>
            <a:r>
              <a:rPr lang="en-US"/>
              <a:t>PHAN ĐÌNH DUY</a:t>
            </a:r>
            <a:endParaRPr lang="en-VN"/>
          </a:p>
        </p:txBody>
      </p:sp>
      <p:sp>
        <p:nvSpPr>
          <p:cNvPr id="10" name="Text Placeholder 9">
            <a:extLst>
              <a:ext uri="{FF2B5EF4-FFF2-40B4-BE49-F238E27FC236}">
                <a16:creationId xmlns:a16="http://schemas.microsoft.com/office/drawing/2014/main" id="{A673612D-1002-64DC-D3C2-F4E546D79283}"/>
              </a:ext>
            </a:extLst>
          </p:cNvPr>
          <p:cNvSpPr>
            <a:spLocks noGrp="1"/>
          </p:cNvSpPr>
          <p:nvPr>
            <p:ph type="body" sz="quarter" idx="16"/>
          </p:nvPr>
        </p:nvSpPr>
        <p:spPr/>
        <p:txBody>
          <a:bodyPr/>
          <a:lstStyle/>
          <a:p>
            <a:r>
              <a:rPr lang="en-US" dirty="0" err="1"/>
              <a:t>Ôn tập các nội dung lý thuyết trong nửa đầu của học kỳ bao gồm: tổng quan về máy tính, biểu diễn thông tin trong máy tính, đại số Boole, mạch số và ứng dụng của mạch số. Đồng thời giải các bài tập liên quan đến các nội dung lý thuyết</a:t>
            </a:r>
            <a:endParaRPr lang="en-VN" dirty="0"/>
          </a:p>
        </p:txBody>
      </p:sp>
    </p:spTree>
    <p:extLst>
      <p:ext uri="{BB962C8B-B14F-4D97-AF65-F5344CB8AC3E}">
        <p14:creationId xmlns:p14="http://schemas.microsoft.com/office/powerpoint/2010/main" val="2980657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EB6FCBF-4D71-BDAD-8392-99213DE0C5AA}"/>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9A9BD337-3CBD-0719-2FDF-03E1A46887FD}"/>
              </a:ext>
            </a:extLst>
          </p:cNvPr>
          <p:cNvSpPr>
            <a:spLocks noGrp="1"/>
          </p:cNvSpPr>
          <p:nvPr>
            <p:ph type="sldNum" sz="quarter" idx="12"/>
          </p:nvPr>
        </p:nvSpPr>
        <p:spPr/>
        <p:txBody>
          <a:bodyPr/>
          <a:lstStyle/>
          <a:p>
            <a:fld id="{D8B0B3AC-44A8-D142-AAF6-9A453466E1A4}" type="slidenum">
              <a:rPr lang="en-VN" smtClean="0"/>
              <a:pPr/>
              <a:t>2</a:t>
            </a:fld>
            <a:endParaRPr lang="en-VN" dirty="0"/>
          </a:p>
        </p:txBody>
      </p:sp>
      <p:sp>
        <p:nvSpPr>
          <p:cNvPr id="5" name="Text Placeholder 4">
            <a:extLst>
              <a:ext uri="{FF2B5EF4-FFF2-40B4-BE49-F238E27FC236}">
                <a16:creationId xmlns:a16="http://schemas.microsoft.com/office/drawing/2014/main" id="{CFBD77E0-7814-E542-0144-95AEF5C06AD5}"/>
              </a:ext>
            </a:extLst>
          </p:cNvPr>
          <p:cNvSpPr>
            <a:spLocks noGrp="1"/>
          </p:cNvSpPr>
          <p:nvPr>
            <p:ph type="body" sz="quarter" idx="13"/>
          </p:nvPr>
        </p:nvSpPr>
        <p:spPr/>
        <p:txBody>
          <a:bodyPr/>
          <a:lstStyle/>
          <a:p>
            <a:pPr>
              <a:spcAft>
                <a:spcPts val="1000"/>
              </a:spcAft>
              <a:buFont typeface="Wingdings" pitchFamily="2" charset="2"/>
              <a:buAutoNum type="arabicPeriod"/>
            </a:pPr>
            <a:r>
              <a:rPr lang="en-US" sz="2800"/>
              <a:t>Cấu trúc đề thi</a:t>
            </a:r>
          </a:p>
          <a:p>
            <a:pPr>
              <a:spcAft>
                <a:spcPts val="1000"/>
              </a:spcAft>
              <a:buFont typeface="Wingdings" pitchFamily="2" charset="2"/>
              <a:buAutoNum type="arabicPeriod"/>
            </a:pPr>
            <a:r>
              <a:rPr lang="en-US" sz="2800"/>
              <a:t>Nội dung ôn thi</a:t>
            </a:r>
          </a:p>
          <a:p>
            <a:pPr>
              <a:spcAft>
                <a:spcPts val="1000"/>
              </a:spcAft>
              <a:buFont typeface="Wingdings" pitchFamily="2" charset="2"/>
              <a:buAutoNum type="arabicPeriod"/>
            </a:pPr>
            <a:r>
              <a:rPr lang="en-US" sz="2800"/>
              <a:t>Ôn tập lý thuyết - bài tập</a:t>
            </a:r>
          </a:p>
          <a:p>
            <a:pPr>
              <a:spcAft>
                <a:spcPts val="1000"/>
              </a:spcAft>
              <a:buFont typeface="Wingdings" pitchFamily="2" charset="2"/>
              <a:buAutoNum type="arabicPeriod"/>
            </a:pPr>
            <a:r>
              <a:rPr lang="en-US" sz="2800"/>
              <a:t>Giải đề thi mẫu</a:t>
            </a:r>
          </a:p>
          <a:p>
            <a:pPr>
              <a:spcAft>
                <a:spcPts val="1000"/>
              </a:spcAft>
              <a:buFont typeface="Wingdings" pitchFamily="2" charset="2"/>
              <a:buAutoNum type="arabicPeriod"/>
            </a:pPr>
            <a:r>
              <a:rPr lang="en-US" sz="2800"/>
              <a:t>Hỏi – đáp – thảo luận</a:t>
            </a:r>
            <a:endParaRPr lang="en-US" dirty="0"/>
          </a:p>
        </p:txBody>
      </p:sp>
    </p:spTree>
    <p:extLst>
      <p:ext uri="{BB962C8B-B14F-4D97-AF65-F5344CB8AC3E}">
        <p14:creationId xmlns:p14="http://schemas.microsoft.com/office/powerpoint/2010/main" val="413566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sz="4400"/>
              <a:t>Cấu trúc đề thi</a:t>
            </a:r>
            <a:endParaRPr lang="en-US" sz="4400" dirty="0" err="1"/>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a:bodyPr>
          <a:lstStyle/>
          <a:p>
            <a:r>
              <a:rPr lang="vi-VN"/>
              <a:t>Trắc nghiệm: 30 câu – 9.0 điểm (0.3 điểm/câu)</a:t>
            </a:r>
          </a:p>
          <a:p>
            <a:r>
              <a:rPr lang="vi-VN"/>
              <a:t>Tự luận: 1 câu – 1 điểm</a:t>
            </a:r>
          </a:p>
          <a:p>
            <a:r>
              <a:rPr lang="vi-VN"/>
              <a:t>Thời gian làm bài: 80 phút</a:t>
            </a:r>
          </a:p>
          <a:p>
            <a:r>
              <a:rPr lang="vi-VN"/>
              <a:t>Thi theo lịch của phòng ĐT</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a:t>
            </a:fld>
            <a:endParaRPr lang="en-VN" dirty="0"/>
          </a:p>
        </p:txBody>
      </p:sp>
    </p:spTree>
    <p:extLst>
      <p:ext uri="{BB962C8B-B14F-4D97-AF65-F5344CB8AC3E}">
        <p14:creationId xmlns:p14="http://schemas.microsoft.com/office/powerpoint/2010/main" val="1642525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2. Nội dung ôn thi</a:t>
            </a:r>
            <a:endParaRPr lang="en-VN" dirty="0"/>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normAutofit fontScale="92500" lnSpcReduction="20000"/>
          </a:bodyPr>
          <a:lstStyle/>
          <a:p>
            <a:pPr algn="just">
              <a:spcBef>
                <a:spcPts val="0"/>
              </a:spcBef>
              <a:buSzPts val="2600"/>
              <a:buFont typeface="Wingdings" panose="05000000000000000000" pitchFamily="2" charset="2"/>
              <a:buChar char="Ø"/>
            </a:pPr>
            <a:r>
              <a:rPr lang="vi-VN"/>
              <a:t>Chương 1: Tổng quan về máy tính</a:t>
            </a:r>
          </a:p>
          <a:p>
            <a:pPr algn="just">
              <a:spcBef>
                <a:spcPts val="520"/>
              </a:spcBef>
              <a:buSzPts val="2600"/>
              <a:buFont typeface="Wingdings" panose="05000000000000000000" pitchFamily="2" charset="2"/>
              <a:buChar char="Ø"/>
            </a:pPr>
            <a:r>
              <a:rPr lang="vi-VN"/>
              <a:t>Chương 2: Biểu diễn thông tin</a:t>
            </a:r>
          </a:p>
          <a:p>
            <a:pPr algn="just">
              <a:spcBef>
                <a:spcPts val="520"/>
              </a:spcBef>
              <a:buSzPts val="2600"/>
              <a:buFont typeface="Wingdings" panose="05000000000000000000" pitchFamily="2" charset="2"/>
              <a:buChar char="Ø"/>
            </a:pPr>
            <a:r>
              <a:rPr lang="vi-VN"/>
              <a:t>Chương 3: Đại số Boolean</a:t>
            </a:r>
          </a:p>
          <a:p>
            <a:pPr algn="just">
              <a:spcBef>
                <a:spcPts val="520"/>
              </a:spcBef>
              <a:buSzPts val="2600"/>
              <a:buFont typeface="Wingdings" panose="05000000000000000000" pitchFamily="2" charset="2"/>
              <a:buChar char="Ø"/>
            </a:pPr>
            <a:r>
              <a:rPr lang="vi-VN"/>
              <a:t>Chương 4: Mạch số</a:t>
            </a:r>
          </a:p>
          <a:p>
            <a:pPr algn="just">
              <a:spcBef>
                <a:spcPts val="520"/>
              </a:spcBef>
              <a:buSzPts val="2600"/>
              <a:buFont typeface="Wingdings" panose="05000000000000000000" pitchFamily="2" charset="2"/>
              <a:buChar char="Ø"/>
            </a:pPr>
            <a:r>
              <a:rPr lang="vi-VN"/>
              <a:t>Chương 5: Ứng dụng mạch số</a:t>
            </a:r>
          </a:p>
          <a:p>
            <a:pPr algn="just">
              <a:spcBef>
                <a:spcPts val="520"/>
              </a:spcBef>
              <a:buSzPts val="2600"/>
              <a:buFont typeface="Wingdings" panose="05000000000000000000" pitchFamily="2" charset="2"/>
              <a:buChar char="Ø"/>
            </a:pPr>
            <a:r>
              <a:rPr lang="vi-VN"/>
              <a:t>Chương 6: Kiến trúc tập lệnh</a:t>
            </a:r>
          </a:p>
          <a:p>
            <a:pPr algn="just">
              <a:spcBef>
                <a:spcPts val="520"/>
              </a:spcBef>
              <a:buSzPts val="2600"/>
              <a:buFont typeface="Wingdings" panose="05000000000000000000" pitchFamily="2" charset="2"/>
              <a:buChar char="Ø"/>
            </a:pPr>
            <a:r>
              <a:rPr lang="vi-VN"/>
              <a:t>Chương 7: Biên dịch chương trình</a:t>
            </a:r>
          </a:p>
          <a:p>
            <a:pPr algn="just">
              <a:spcBef>
                <a:spcPts val="520"/>
              </a:spcBef>
              <a:buSzPts val="2600"/>
              <a:buFont typeface="Wingdings" panose="05000000000000000000" pitchFamily="2" charset="2"/>
              <a:buChar char="Ø"/>
            </a:pPr>
            <a:r>
              <a:rPr lang="vi-VN"/>
              <a:t>Chương 8: Bộ xử lý</a:t>
            </a:r>
          </a:p>
          <a:p>
            <a:pPr algn="just">
              <a:spcBef>
                <a:spcPts val="520"/>
              </a:spcBef>
              <a:buSzPts val="2600"/>
              <a:buFont typeface="Wingdings" panose="05000000000000000000" pitchFamily="2" charset="2"/>
              <a:buChar char="Ø"/>
            </a:pPr>
            <a:r>
              <a:rPr lang="vi-VN"/>
              <a:t>Chương 9: Hiệu suất máy tính (không thi)</a:t>
            </a:r>
            <a:endParaRPr lang="vi-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a:t>
            </a:fld>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Tree>
    <p:extLst>
      <p:ext uri="{BB962C8B-B14F-4D97-AF65-F5344CB8AC3E}">
        <p14:creationId xmlns:p14="http://schemas.microsoft.com/office/powerpoint/2010/main" val="3430076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5</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fontScale="92500" lnSpcReduction="10000"/>
          </a:bodyPr>
          <a:lstStyle/>
          <a:p>
            <a:pPr>
              <a:lnSpc>
                <a:spcPct val="150000"/>
              </a:lnSpc>
            </a:pPr>
            <a:r>
              <a:rPr lang="en-US" sz="4400" dirty="0" err="1"/>
              <a:t>1. Tổng quan về máy tính</a:t>
            </a:r>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1704568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pPr>
              <a:lnSpc>
                <a:spcPct val="150000"/>
              </a:lnSpc>
            </a:pPr>
            <a:r>
              <a:rPr lang="en-US" sz="4400" dirty="0" err="1"/>
              <a:t>1. Tổng quan về máy tính</a:t>
            </a:r>
          </a:p>
        </p:txBody>
      </p:sp>
      <p:sp>
        <p:nvSpPr>
          <p:cNvPr id="3" name="Content Placeholder 2">
            <a:extLst>
              <a:ext uri="{FF2B5EF4-FFF2-40B4-BE49-F238E27FC236}">
                <a16:creationId xmlns:a16="http://schemas.microsoft.com/office/drawing/2014/main" id="{75A01CFC-41FA-4D7B-A058-603D95BA37C2}"/>
              </a:ext>
            </a:extLst>
          </p:cNvPr>
          <p:cNvSpPr>
            <a:spLocks noGrp="1"/>
          </p:cNvSpPr>
          <p:nvPr>
            <p:ph idx="1"/>
          </p:nvPr>
        </p:nvSpPr>
        <p:spPr/>
        <p:txBody>
          <a:bodyPr/>
          <a:lstStyle/>
          <a:p>
            <a:pPr>
              <a:lnSpc>
                <a:spcPct val="150000"/>
              </a:lnSpc>
            </a:pPr>
            <a:r>
              <a:rPr lang="vi-VN" dirty="0" err="1"/>
              <a:t>Lịch sử phát triển của máy tính.</a:t>
            </a:r>
          </a:p>
          <a:p>
            <a:pPr>
              <a:lnSpc>
                <a:spcPct val="150000"/>
              </a:lnSpc>
            </a:pPr>
            <a:r>
              <a:rPr lang="vi-VN" dirty="0" err="1"/>
              <a:t>Phân loại máy tính.</a:t>
            </a:r>
          </a:p>
          <a:p>
            <a:pPr>
              <a:lnSpc>
                <a:spcPct val="150000"/>
              </a:lnSpc>
            </a:pPr>
            <a:r>
              <a:rPr lang="vi-VN" dirty="0" err="1"/>
              <a:t>Các lớp thực thi bên trong máy tính.</a:t>
            </a:r>
          </a:p>
          <a:p>
            <a:pPr>
              <a:lnSpc>
                <a:spcPct val="150000"/>
              </a:lnSpc>
            </a:pPr>
            <a:r>
              <a:rPr lang="vi-VN" dirty="0" err="1"/>
              <a:t>Các chức năng và thành phần cơ bản của máy tính.</a:t>
            </a:r>
          </a:p>
          <a:p>
            <a:endParaRPr lang="vi-VN" dirty="0" err="1"/>
          </a:p>
          <a:p>
            <a:endParaRPr lang="en-VN"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6</a:t>
            </a:fld>
            <a:endParaRPr lang="en-VN" dirty="0"/>
          </a:p>
        </p:txBody>
      </p:sp>
    </p:spTree>
    <p:extLst>
      <p:ext uri="{BB962C8B-B14F-4D97-AF65-F5344CB8AC3E}">
        <p14:creationId xmlns:p14="http://schemas.microsoft.com/office/powerpoint/2010/main" val="249264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BC615-5C6F-EC56-286C-7439AB38BBF1}"/>
              </a:ext>
            </a:extLst>
          </p:cNvPr>
          <p:cNvSpPr>
            <a:spLocks noGrp="1"/>
          </p:cNvSpPr>
          <p:nvPr>
            <p:ph type="title"/>
          </p:nvPr>
        </p:nvSpPr>
        <p:spPr/>
        <p:txBody>
          <a:bodyPr>
            <a:normAutofit fontScale="90000"/>
          </a:bodyPr>
          <a:lstStyle/>
          <a:p>
            <a:r>
              <a:rPr lang="vi-VN" dirty="0" err="1"/>
              <a:t>Lịch sử phát triển của máy tính</a:t>
            </a:r>
            <a:endParaRPr lang="en-VN"/>
          </a:p>
        </p:txBody>
      </p:sp>
      <p:sp>
        <p:nvSpPr>
          <p:cNvPr id="3" name="Content Placeholder 2">
            <a:extLst>
              <a:ext uri="{FF2B5EF4-FFF2-40B4-BE49-F238E27FC236}">
                <a16:creationId xmlns:a16="http://schemas.microsoft.com/office/drawing/2014/main" id="{8FEAAF2E-806E-EFB0-E623-29F403C265B8}"/>
              </a:ext>
            </a:extLst>
          </p:cNvPr>
          <p:cNvSpPr>
            <a:spLocks noGrp="1"/>
          </p:cNvSpPr>
          <p:nvPr>
            <p:ph idx="1"/>
          </p:nvPr>
        </p:nvSpPr>
        <p:spPr/>
        <p:txBody>
          <a:bodyPr>
            <a:normAutofit/>
          </a:bodyPr>
          <a:lstStyle/>
          <a:p>
            <a:r>
              <a:rPr lang="vi-VN"/>
              <a:t>Thế hệ 0: Máy chuyển động cơ học</a:t>
            </a:r>
          </a:p>
          <a:p>
            <a:r>
              <a:rPr lang="vi-VN"/>
              <a:t>Thế hệ 1: Máy tính sử dụng đèn chân không</a:t>
            </a:r>
          </a:p>
          <a:p>
            <a:r>
              <a:rPr lang="vi-VN"/>
              <a:t>Thế hệ 2: Máy tính sử dụng transistor</a:t>
            </a:r>
          </a:p>
          <a:p>
            <a:r>
              <a:rPr lang="vi-VN"/>
              <a:t>Thế hệ 3: Máy tính sử dụng công nghệ mạch tích hợp</a:t>
            </a:r>
          </a:p>
          <a:p>
            <a:r>
              <a:rPr lang="vi-VN"/>
              <a:t>Thế hệ 4: Máy tính sử dụng công nghệ VLSI</a:t>
            </a:r>
          </a:p>
          <a:p>
            <a:pPr marL="0" indent="0">
              <a:buNone/>
            </a:pPr>
            <a:r>
              <a:rPr lang="vi-VN"/>
              <a:t>⇢ Thế hệ 5: Máy tính lượng tử</a:t>
            </a:r>
          </a:p>
          <a:p>
            <a:endParaRPr lang="en-VN"/>
          </a:p>
        </p:txBody>
      </p:sp>
      <p:sp>
        <p:nvSpPr>
          <p:cNvPr id="4" name="Footer Placeholder 3">
            <a:extLst>
              <a:ext uri="{FF2B5EF4-FFF2-40B4-BE49-F238E27FC236}">
                <a16:creationId xmlns:a16="http://schemas.microsoft.com/office/drawing/2014/main" id="{A1D26F24-86CA-74E3-E44A-A144F8023C5C}"/>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BB87EC38-D62C-F56A-5752-3B04354D18DD}"/>
              </a:ext>
            </a:extLst>
          </p:cNvPr>
          <p:cNvSpPr>
            <a:spLocks noGrp="1"/>
          </p:cNvSpPr>
          <p:nvPr>
            <p:ph type="sldNum" sz="quarter" idx="12"/>
          </p:nvPr>
        </p:nvSpPr>
        <p:spPr/>
        <p:txBody>
          <a:bodyPr/>
          <a:lstStyle/>
          <a:p>
            <a:fld id="{D8B0B3AC-44A8-D142-AAF6-9A453466E1A4}" type="slidenum">
              <a:rPr lang="en-VN" smtClean="0"/>
              <a:t>7</a:t>
            </a:fld>
            <a:endParaRPr lang="en-VN"/>
          </a:p>
        </p:txBody>
      </p:sp>
    </p:spTree>
    <p:extLst>
      <p:ext uri="{BB962C8B-B14F-4D97-AF65-F5344CB8AC3E}">
        <p14:creationId xmlns:p14="http://schemas.microsoft.com/office/powerpoint/2010/main" val="3238305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F8F6-F050-75A6-92EF-C688A2233193}"/>
              </a:ext>
            </a:extLst>
          </p:cNvPr>
          <p:cNvSpPr>
            <a:spLocks noGrp="1"/>
          </p:cNvSpPr>
          <p:nvPr>
            <p:ph type="title"/>
          </p:nvPr>
        </p:nvSpPr>
        <p:spPr/>
        <p:txBody>
          <a:bodyPr>
            <a:normAutofit fontScale="90000"/>
          </a:bodyPr>
          <a:lstStyle/>
          <a:p>
            <a:r>
              <a:rPr lang="vi-VN" dirty="0" err="1"/>
              <a:t>Phân loại máy tính</a:t>
            </a:r>
            <a:endParaRPr lang="en-VN"/>
          </a:p>
        </p:txBody>
      </p:sp>
      <p:sp>
        <p:nvSpPr>
          <p:cNvPr id="3" name="Content Placeholder 2">
            <a:extLst>
              <a:ext uri="{FF2B5EF4-FFF2-40B4-BE49-F238E27FC236}">
                <a16:creationId xmlns:a16="http://schemas.microsoft.com/office/drawing/2014/main" id="{8BF8DB4D-CD21-34A7-13FB-46C1AA40AFF7}"/>
              </a:ext>
            </a:extLst>
          </p:cNvPr>
          <p:cNvSpPr>
            <a:spLocks noGrp="1"/>
          </p:cNvSpPr>
          <p:nvPr>
            <p:ph idx="1"/>
          </p:nvPr>
        </p:nvSpPr>
        <p:spPr/>
        <p:txBody>
          <a:bodyPr>
            <a:normAutofit/>
          </a:bodyPr>
          <a:lstStyle/>
          <a:p>
            <a:pPr>
              <a:lnSpc>
                <a:spcPct val="200000"/>
              </a:lnSpc>
            </a:pPr>
            <a:r>
              <a:rPr lang="en-US"/>
              <a:t>Máy tính cá nhân (Personal computers)</a:t>
            </a:r>
          </a:p>
          <a:p>
            <a:pPr>
              <a:lnSpc>
                <a:spcPct val="200000"/>
              </a:lnSpc>
            </a:pPr>
            <a:r>
              <a:rPr lang="en-US"/>
              <a:t>Máy chủ (Servers)</a:t>
            </a:r>
          </a:p>
          <a:p>
            <a:pPr>
              <a:lnSpc>
                <a:spcPct val="200000"/>
              </a:lnSpc>
            </a:pPr>
            <a:r>
              <a:rPr lang="en-US"/>
              <a:t>Máy tính nhúng (Embedded computers)</a:t>
            </a:r>
          </a:p>
          <a:p>
            <a:endParaRPr lang="en-US"/>
          </a:p>
          <a:p>
            <a:endParaRPr lang="en-VN"/>
          </a:p>
        </p:txBody>
      </p:sp>
      <p:sp>
        <p:nvSpPr>
          <p:cNvPr id="4" name="Footer Placeholder 3">
            <a:extLst>
              <a:ext uri="{FF2B5EF4-FFF2-40B4-BE49-F238E27FC236}">
                <a16:creationId xmlns:a16="http://schemas.microsoft.com/office/drawing/2014/main" id="{24D8E748-9BB4-8182-68EF-4E4158800075}"/>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DB3FDCF7-9231-7734-B240-72F71D61AB17}"/>
              </a:ext>
            </a:extLst>
          </p:cNvPr>
          <p:cNvSpPr>
            <a:spLocks noGrp="1"/>
          </p:cNvSpPr>
          <p:nvPr>
            <p:ph type="sldNum" sz="quarter" idx="12"/>
          </p:nvPr>
        </p:nvSpPr>
        <p:spPr/>
        <p:txBody>
          <a:bodyPr/>
          <a:lstStyle/>
          <a:p>
            <a:fld id="{D8B0B3AC-44A8-D142-AAF6-9A453466E1A4}" type="slidenum">
              <a:rPr lang="en-VN" smtClean="0"/>
              <a:t>8</a:t>
            </a:fld>
            <a:endParaRPr lang="en-VN"/>
          </a:p>
        </p:txBody>
      </p:sp>
    </p:spTree>
    <p:extLst>
      <p:ext uri="{BB962C8B-B14F-4D97-AF65-F5344CB8AC3E}">
        <p14:creationId xmlns:p14="http://schemas.microsoft.com/office/powerpoint/2010/main" val="24220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53C27-8D23-003C-E4E9-C7E8BBDB1B2C}"/>
              </a:ext>
            </a:extLst>
          </p:cNvPr>
          <p:cNvSpPr>
            <a:spLocks noGrp="1"/>
          </p:cNvSpPr>
          <p:nvPr>
            <p:ph type="title"/>
          </p:nvPr>
        </p:nvSpPr>
        <p:spPr/>
        <p:txBody>
          <a:bodyPr>
            <a:normAutofit fontScale="90000"/>
          </a:bodyPr>
          <a:lstStyle/>
          <a:p>
            <a:r>
              <a:rPr lang="vi-VN" dirty="0" err="1"/>
              <a:t>Các lớp thực thi bên trong máy tính</a:t>
            </a:r>
            <a:endParaRPr lang="en-VN"/>
          </a:p>
        </p:txBody>
      </p:sp>
      <p:sp>
        <p:nvSpPr>
          <p:cNvPr id="3" name="Content Placeholder 2">
            <a:extLst>
              <a:ext uri="{FF2B5EF4-FFF2-40B4-BE49-F238E27FC236}">
                <a16:creationId xmlns:a16="http://schemas.microsoft.com/office/drawing/2014/main" id="{B45AD287-1465-1D92-A59C-B3081DB9E8CA}"/>
              </a:ext>
            </a:extLst>
          </p:cNvPr>
          <p:cNvSpPr>
            <a:spLocks noGrp="1"/>
          </p:cNvSpPr>
          <p:nvPr>
            <p:ph idx="1"/>
          </p:nvPr>
        </p:nvSpPr>
        <p:spPr/>
        <p:txBody>
          <a:bodyPr/>
          <a:lstStyle/>
          <a:p>
            <a:pPr>
              <a:lnSpc>
                <a:spcPct val="200000"/>
              </a:lnSpc>
            </a:pPr>
            <a:r>
              <a:rPr lang="en-US" altLang="en-US"/>
              <a:t>Phần mềm ứng dụng</a:t>
            </a:r>
          </a:p>
          <a:p>
            <a:pPr>
              <a:lnSpc>
                <a:spcPct val="200000"/>
              </a:lnSpc>
            </a:pPr>
            <a:r>
              <a:rPr lang="en-US" altLang="en-US"/>
              <a:t>Phần mềm hệ thống</a:t>
            </a:r>
          </a:p>
          <a:p>
            <a:pPr>
              <a:lnSpc>
                <a:spcPct val="200000"/>
              </a:lnSpc>
            </a:pPr>
            <a:r>
              <a:rPr lang="en-US" altLang="en-US"/>
              <a:t>Phần cứng</a:t>
            </a:r>
          </a:p>
          <a:p>
            <a:endParaRPr lang="en-VN"/>
          </a:p>
        </p:txBody>
      </p:sp>
      <p:sp>
        <p:nvSpPr>
          <p:cNvPr id="4" name="Footer Placeholder 3">
            <a:extLst>
              <a:ext uri="{FF2B5EF4-FFF2-40B4-BE49-F238E27FC236}">
                <a16:creationId xmlns:a16="http://schemas.microsoft.com/office/drawing/2014/main" id="{DE15761E-6F96-AEC9-55E4-1144F23B5775}"/>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837D0F84-CFB7-B282-5CE1-2DCB71DFEE44}"/>
              </a:ext>
            </a:extLst>
          </p:cNvPr>
          <p:cNvSpPr>
            <a:spLocks noGrp="1"/>
          </p:cNvSpPr>
          <p:nvPr>
            <p:ph type="sldNum" sz="quarter" idx="12"/>
          </p:nvPr>
        </p:nvSpPr>
        <p:spPr/>
        <p:txBody>
          <a:bodyPr/>
          <a:lstStyle/>
          <a:p>
            <a:fld id="{D8B0B3AC-44A8-D142-AAF6-9A453466E1A4}" type="slidenum">
              <a:rPr lang="en-VN" smtClean="0"/>
              <a:t>9</a:t>
            </a:fld>
            <a:endParaRPr lang="en-VN"/>
          </a:p>
        </p:txBody>
      </p:sp>
      <p:pic>
        <p:nvPicPr>
          <p:cNvPr id="7" name="Picture 2">
            <a:extLst>
              <a:ext uri="{FF2B5EF4-FFF2-40B4-BE49-F238E27FC236}">
                <a16:creationId xmlns:a16="http://schemas.microsoft.com/office/drawing/2014/main" id="{64DF8E3E-5708-4E63-6BCA-68B95A7C557D}"/>
              </a:ext>
            </a:extLst>
          </p:cNvPr>
          <p:cNvPicPr>
            <a:picLocks noChangeAspect="1" noChangeArrowheads="1"/>
          </p:cNvPicPr>
          <p:nvPr/>
        </p:nvPicPr>
        <p:blipFill rotWithShape="1">
          <a:blip r:embed="rId2" cstate="print"/>
          <a:srcRect l="11111" r="18182"/>
          <a:stretch/>
        </p:blipFill>
        <p:spPr bwMode="auto">
          <a:xfrm>
            <a:off x="6390089" y="1233824"/>
            <a:ext cx="4294909" cy="4640983"/>
          </a:xfrm>
          <a:prstGeom prst="rect">
            <a:avLst/>
          </a:prstGeom>
          <a:noFill/>
          <a:ln w="9525">
            <a:noFill/>
            <a:miter lim="800000"/>
            <a:headEnd/>
            <a:tailEnd/>
          </a:ln>
        </p:spPr>
      </p:pic>
    </p:spTree>
    <p:extLst>
      <p:ext uri="{BB962C8B-B14F-4D97-AF65-F5344CB8AC3E}">
        <p14:creationId xmlns:p14="http://schemas.microsoft.com/office/powerpoint/2010/main" val="369354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B149C-4A70-4F71-B712-4A4F60496E88}"/>
              </a:ext>
            </a:extLst>
          </p:cNvPr>
          <p:cNvSpPr>
            <a:spLocks noGrp="1"/>
          </p:cNvSpPr>
          <p:nvPr>
            <p:ph type="title"/>
          </p:nvPr>
        </p:nvSpPr>
        <p:spPr/>
        <p:txBody>
          <a:bodyPr>
            <a:noAutofit/>
          </a:bodyPr>
          <a:lstStyle/>
          <a:p>
            <a:r>
              <a:rPr lang="vi-VN" sz="3600" dirty="0" err="1"/>
              <a:t>Các chức năng và thành phần cơ bản của máy tính</a:t>
            </a:r>
            <a:endParaRPr lang="en-VN" sz="3600"/>
          </a:p>
        </p:txBody>
      </p:sp>
      <p:sp>
        <p:nvSpPr>
          <p:cNvPr id="4" name="Footer Placeholder 3">
            <a:extLst>
              <a:ext uri="{FF2B5EF4-FFF2-40B4-BE49-F238E27FC236}">
                <a16:creationId xmlns:a16="http://schemas.microsoft.com/office/drawing/2014/main" id="{178D0317-3BE1-F54F-C5D6-59E5CD84A52D}"/>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4ADB63BA-CC38-5F07-AEB6-46F6B03BCC85}"/>
              </a:ext>
            </a:extLst>
          </p:cNvPr>
          <p:cNvSpPr>
            <a:spLocks noGrp="1"/>
          </p:cNvSpPr>
          <p:nvPr>
            <p:ph type="sldNum" sz="quarter" idx="12"/>
          </p:nvPr>
        </p:nvSpPr>
        <p:spPr/>
        <p:txBody>
          <a:bodyPr/>
          <a:lstStyle/>
          <a:p>
            <a:fld id="{D8B0B3AC-44A8-D142-AAF6-9A453466E1A4}" type="slidenum">
              <a:rPr lang="en-VN" smtClean="0"/>
              <a:t>10</a:t>
            </a:fld>
            <a:endParaRPr lang="en-VN"/>
          </a:p>
        </p:txBody>
      </p:sp>
      <p:pic>
        <p:nvPicPr>
          <p:cNvPr id="7" name="Picture 2">
            <a:extLst>
              <a:ext uri="{FF2B5EF4-FFF2-40B4-BE49-F238E27FC236}">
                <a16:creationId xmlns:a16="http://schemas.microsoft.com/office/drawing/2014/main" id="{CE262A42-8DD9-83AF-44C8-0713152901BC}"/>
              </a:ext>
            </a:extLst>
          </p:cNvPr>
          <p:cNvPicPr>
            <a:picLocks noGrp="1" noChangeAspect="1" noChangeArrowheads="1"/>
          </p:cNvPicPr>
          <p:nvPr>
            <p:ph idx="1"/>
          </p:nvPr>
        </p:nvPicPr>
        <p:blipFill>
          <a:blip r:embed="rId2" cstate="print"/>
          <a:srcRect/>
          <a:stretch>
            <a:fillRect/>
          </a:stretch>
        </p:blipFill>
        <p:spPr bwMode="auto">
          <a:xfrm>
            <a:off x="1031390" y="1009860"/>
            <a:ext cx="3797300" cy="2984500"/>
          </a:xfrm>
          <a:prstGeom prst="rect">
            <a:avLst/>
          </a:prstGeom>
          <a:noFill/>
          <a:ln w="9525">
            <a:noFill/>
            <a:miter lim="800000"/>
            <a:headEnd/>
            <a:tailEnd/>
          </a:ln>
        </p:spPr>
      </p:pic>
      <p:pic>
        <p:nvPicPr>
          <p:cNvPr id="8" name="Picture 2">
            <a:extLst>
              <a:ext uri="{FF2B5EF4-FFF2-40B4-BE49-F238E27FC236}">
                <a16:creationId xmlns:a16="http://schemas.microsoft.com/office/drawing/2014/main" id="{E6C27BA6-1B11-1525-4317-52DE606331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699" y="4048670"/>
            <a:ext cx="3236682" cy="242695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Káº¿t quáº£ hÃ¬nh áº£nh cho cÃ¡c bá» pháº­n trong case mÃ¡y tÃ­nh">
            <a:extLst>
              <a:ext uri="{FF2B5EF4-FFF2-40B4-BE49-F238E27FC236}">
                <a16:creationId xmlns:a16="http://schemas.microsoft.com/office/drawing/2014/main" id="{53AA2E5F-7CF5-63E5-6677-974788148B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5934" y="4124896"/>
            <a:ext cx="2741884" cy="235072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Káº¿t quáº£ hÃ¬nh áº£nh cho cÃ¡c bá» pháº­n trong case mÃ¡y tÃ­nh">
            <a:extLst>
              <a:ext uri="{FF2B5EF4-FFF2-40B4-BE49-F238E27FC236}">
                <a16:creationId xmlns:a16="http://schemas.microsoft.com/office/drawing/2014/main" id="{311BCF23-F7E8-11D9-F4C0-6EA37E4C82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8690" y="1134874"/>
            <a:ext cx="4108674" cy="260786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42B47D52-AD5C-55EE-F169-BCE2F986D8F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23807" y="3805247"/>
            <a:ext cx="3317286" cy="2607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75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11</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9723544" cy="884656"/>
          </a:xfrm>
        </p:spPr>
        <p:txBody>
          <a:bodyPr>
            <a:normAutofit fontScale="92500"/>
          </a:bodyPr>
          <a:lstStyle/>
          <a:p>
            <a:r>
              <a:rPr lang="en-US" dirty="0" err="1"/>
              <a:t>2. </a:t>
            </a:r>
            <a:r>
              <a:rPr lang="en-US" sz="4400" dirty="0"/>
              <a:t>Biểu diễn thông tin trong máy tính</a:t>
            </a:r>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3705844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8CA0-461D-6770-0447-D7BAEED9CF67}"/>
              </a:ext>
            </a:extLst>
          </p:cNvPr>
          <p:cNvSpPr>
            <a:spLocks noGrp="1"/>
          </p:cNvSpPr>
          <p:nvPr>
            <p:ph type="title"/>
          </p:nvPr>
        </p:nvSpPr>
        <p:spPr/>
        <p:txBody>
          <a:bodyPr>
            <a:normAutofit fontScale="90000"/>
          </a:bodyPr>
          <a:lstStyle/>
          <a:p>
            <a:r>
              <a:rPr lang="en-US" dirty="0" err="1"/>
              <a:t>2. </a:t>
            </a:r>
            <a:r>
              <a:rPr lang="en-US" sz="4400" dirty="0"/>
              <a:t>Biểu diễn thông tin trong máy tính</a:t>
            </a:r>
            <a:endParaRPr lang="en-VN"/>
          </a:p>
        </p:txBody>
      </p:sp>
      <p:sp>
        <p:nvSpPr>
          <p:cNvPr id="3" name="Content Placeholder 2">
            <a:extLst>
              <a:ext uri="{FF2B5EF4-FFF2-40B4-BE49-F238E27FC236}">
                <a16:creationId xmlns:a16="http://schemas.microsoft.com/office/drawing/2014/main" id="{E1853DAE-4E28-8E1B-E6FB-04C62C1C750D}"/>
              </a:ext>
            </a:extLst>
          </p:cNvPr>
          <p:cNvSpPr>
            <a:spLocks noGrp="1"/>
          </p:cNvSpPr>
          <p:nvPr>
            <p:ph idx="1"/>
          </p:nvPr>
        </p:nvSpPr>
        <p:spPr/>
        <p:txBody>
          <a:bodyPr>
            <a:normAutofit fontScale="92500" lnSpcReduction="10000"/>
          </a:bodyPr>
          <a:lstStyle/>
          <a:p>
            <a:pPr>
              <a:spcAft>
                <a:spcPts val="3600"/>
              </a:spcAft>
            </a:pPr>
            <a:r>
              <a:rPr lang="en-US" sz="2800" b="1" dirty="0" err="1"/>
              <a:t>Các</a:t>
            </a:r>
            <a:r>
              <a:rPr lang="en-US" sz="2800" b="1" dirty="0"/>
              <a:t> </a:t>
            </a:r>
            <a:r>
              <a:rPr lang="en-US" sz="2800" b="1" dirty="0" err="1"/>
              <a:t>hệ</a:t>
            </a:r>
            <a:r>
              <a:rPr lang="en-US" sz="2800" b="1" dirty="0"/>
              <a:t> </a:t>
            </a:r>
            <a:r>
              <a:rPr lang="en-US" sz="2800" b="1" dirty="0" err="1"/>
              <a:t>thống</a:t>
            </a:r>
            <a:r>
              <a:rPr lang="en-US" sz="2800" b="1" dirty="0"/>
              <a:t> </a:t>
            </a:r>
            <a:r>
              <a:rPr lang="en-US" sz="2800" b="1" dirty="0" err="1"/>
              <a:t>số</a:t>
            </a:r>
            <a:r>
              <a:rPr lang="en-US" sz="2800" b="1" dirty="0"/>
              <a:t> </a:t>
            </a:r>
            <a:r>
              <a:rPr lang="en-US" sz="2800" b="1" dirty="0" err="1"/>
              <a:t>thông</a:t>
            </a:r>
            <a:r>
              <a:rPr lang="en-US" sz="2800" b="1" dirty="0"/>
              <a:t> </a:t>
            </a:r>
            <a:r>
              <a:rPr lang="en-US" sz="2800" b="1" dirty="0" err="1"/>
              <a:t>dụng</a:t>
            </a:r>
            <a:endParaRPr lang="en-US" sz="2800" b="1" dirty="0"/>
          </a:p>
          <a:p>
            <a:pPr>
              <a:spcAft>
                <a:spcPts val="3600"/>
              </a:spcAft>
            </a:pPr>
            <a:r>
              <a:rPr lang="en-US" sz="2800" b="1" dirty="0" err="1"/>
              <a:t>Chuyển</a:t>
            </a:r>
            <a:r>
              <a:rPr lang="en-US" sz="2800" b="1" dirty="0"/>
              <a:t> </a:t>
            </a:r>
            <a:r>
              <a:rPr lang="en-US" sz="2800" b="1" dirty="0" err="1"/>
              <a:t>đổi</a:t>
            </a:r>
            <a:r>
              <a:rPr lang="en-US" sz="2800" b="1" dirty="0"/>
              <a:t> </a:t>
            </a:r>
            <a:r>
              <a:rPr lang="en-US" sz="2800" b="1" dirty="0" err="1"/>
              <a:t>giữa</a:t>
            </a:r>
            <a:r>
              <a:rPr lang="en-US" sz="2800" b="1" dirty="0"/>
              <a:t> </a:t>
            </a:r>
            <a:r>
              <a:rPr lang="en-US" sz="2800" b="1" dirty="0" err="1"/>
              <a:t>các</a:t>
            </a:r>
            <a:r>
              <a:rPr lang="en-US" sz="2800" b="1" dirty="0"/>
              <a:t> </a:t>
            </a:r>
            <a:r>
              <a:rPr lang="en-US" sz="2800" b="1" dirty="0" err="1"/>
              <a:t>hệ</a:t>
            </a:r>
            <a:r>
              <a:rPr lang="en-US" sz="2800" b="1" dirty="0"/>
              <a:t> </a:t>
            </a:r>
            <a:r>
              <a:rPr lang="en-US" sz="2800" b="1" dirty="0" err="1"/>
              <a:t>thống</a:t>
            </a:r>
            <a:r>
              <a:rPr lang="en-US" sz="2800" b="1" dirty="0"/>
              <a:t> </a:t>
            </a:r>
            <a:r>
              <a:rPr lang="en-US" sz="2800" b="1" dirty="0" err="1"/>
              <a:t>số</a:t>
            </a:r>
            <a:endParaRPr lang="en-US" sz="2800" b="1" dirty="0"/>
          </a:p>
          <a:p>
            <a:pPr>
              <a:spcAft>
                <a:spcPts val="3600"/>
              </a:spcAft>
            </a:pPr>
            <a:r>
              <a:rPr lang="en-US" sz="2800" b="1" dirty="0" err="1"/>
              <a:t>Các</a:t>
            </a:r>
            <a:r>
              <a:rPr lang="en-US" sz="2800" b="1" dirty="0"/>
              <a:t> </a:t>
            </a:r>
            <a:r>
              <a:rPr lang="en-US" sz="2800" b="1" dirty="0" err="1"/>
              <a:t>phép</a:t>
            </a:r>
            <a:r>
              <a:rPr lang="en-US" sz="2800" b="1" dirty="0"/>
              <a:t> </a:t>
            </a:r>
            <a:r>
              <a:rPr lang="en-US" sz="2800" b="1" dirty="0" err="1"/>
              <a:t>toán</a:t>
            </a:r>
            <a:r>
              <a:rPr lang="en-US" sz="2800" b="1" dirty="0"/>
              <a:t> </a:t>
            </a:r>
            <a:r>
              <a:rPr lang="en-US" sz="2800" b="1" dirty="0" err="1"/>
              <a:t>trong</a:t>
            </a:r>
            <a:r>
              <a:rPr lang="en-US" sz="2800" b="1" dirty="0"/>
              <a:t> </a:t>
            </a:r>
            <a:r>
              <a:rPr lang="en-US" sz="2800" b="1" dirty="0" err="1"/>
              <a:t>hệ</a:t>
            </a:r>
            <a:r>
              <a:rPr lang="en-US" sz="2800" b="1" dirty="0"/>
              <a:t> </a:t>
            </a:r>
            <a:r>
              <a:rPr lang="en-US" sz="2800" b="1" dirty="0" err="1"/>
              <a:t>nhị</a:t>
            </a:r>
            <a:r>
              <a:rPr lang="en-US" sz="2800" b="1" dirty="0"/>
              <a:t> </a:t>
            </a:r>
            <a:r>
              <a:rPr lang="en-US" sz="2800" b="1" dirty="0" err="1"/>
              <a:t>phân</a:t>
            </a:r>
            <a:endParaRPr lang="en-US" sz="2800" b="1" dirty="0"/>
          </a:p>
          <a:p>
            <a:pPr>
              <a:spcAft>
                <a:spcPts val="3600"/>
              </a:spcAft>
            </a:pPr>
            <a:r>
              <a:rPr lang="en-US" sz="2800" b="1" dirty="0" err="1"/>
              <a:t>Biểu</a:t>
            </a:r>
            <a:r>
              <a:rPr lang="en-US" sz="2800" b="1" dirty="0"/>
              <a:t> </a:t>
            </a:r>
            <a:r>
              <a:rPr lang="en-US" sz="2800" b="1" dirty="0" err="1"/>
              <a:t>diễn</a:t>
            </a:r>
            <a:r>
              <a:rPr lang="en-US" sz="2800" b="1" dirty="0"/>
              <a:t> </a:t>
            </a:r>
            <a:r>
              <a:rPr lang="en-US" sz="2800" b="1" dirty="0" err="1"/>
              <a:t>số</a:t>
            </a:r>
            <a:r>
              <a:rPr lang="en-US" sz="2800" b="1" dirty="0"/>
              <a:t> </a:t>
            </a:r>
            <a:r>
              <a:rPr lang="en-US" sz="2800" b="1" dirty="0" err="1"/>
              <a:t>có</a:t>
            </a:r>
            <a:r>
              <a:rPr lang="en-US" sz="2800" b="1" dirty="0"/>
              <a:t> </a:t>
            </a:r>
            <a:r>
              <a:rPr lang="en-US" sz="2800" b="1" dirty="0" err="1"/>
              <a:t>dấu</a:t>
            </a:r>
            <a:endParaRPr lang="en-US" sz="2800" b="1" dirty="0"/>
          </a:p>
          <a:p>
            <a:pPr>
              <a:spcAft>
                <a:spcPts val="3600"/>
              </a:spcAft>
            </a:pPr>
            <a:r>
              <a:rPr lang="en-US" sz="2800" b="1" dirty="0" err="1"/>
              <a:t>Các</a:t>
            </a:r>
            <a:r>
              <a:rPr lang="en-US" sz="2800" b="1" dirty="0"/>
              <a:t> </a:t>
            </a:r>
            <a:r>
              <a:rPr lang="en-US" sz="2800" b="1" dirty="0" err="1"/>
              <a:t>dạng</a:t>
            </a:r>
            <a:r>
              <a:rPr lang="en-US" sz="2800" b="1" dirty="0"/>
              <a:t> </a:t>
            </a:r>
            <a:r>
              <a:rPr lang="en-US" sz="2800" b="1" dirty="0" err="1"/>
              <a:t>biểu</a:t>
            </a:r>
            <a:r>
              <a:rPr lang="en-US" sz="2800" b="1" dirty="0"/>
              <a:t> </a:t>
            </a:r>
            <a:r>
              <a:rPr lang="en-US" sz="2800" b="1" dirty="0" err="1"/>
              <a:t>diễn</a:t>
            </a:r>
            <a:r>
              <a:rPr lang="en-US" sz="2800" b="1" dirty="0"/>
              <a:t> </a:t>
            </a:r>
            <a:r>
              <a:rPr lang="en-US" sz="2800" b="1" dirty="0" err="1"/>
              <a:t>thông</a:t>
            </a:r>
            <a:r>
              <a:rPr lang="en-US" sz="2800" b="1" dirty="0"/>
              <a:t> tin </a:t>
            </a:r>
            <a:r>
              <a:rPr lang="en-US" sz="2800" b="1" dirty="0" err="1"/>
              <a:t>khác</a:t>
            </a:r>
            <a:endParaRPr lang="en-US" sz="2800" b="1" dirty="0"/>
          </a:p>
          <a:p>
            <a:endParaRPr lang="en-VN"/>
          </a:p>
        </p:txBody>
      </p:sp>
      <p:sp>
        <p:nvSpPr>
          <p:cNvPr id="4" name="Footer Placeholder 3">
            <a:extLst>
              <a:ext uri="{FF2B5EF4-FFF2-40B4-BE49-F238E27FC236}">
                <a16:creationId xmlns:a16="http://schemas.microsoft.com/office/drawing/2014/main" id="{F54EFBAD-FF33-8259-5C91-D566DA9D72B1}"/>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BBB8E148-D457-2464-E3F8-05A390ECF368}"/>
              </a:ext>
            </a:extLst>
          </p:cNvPr>
          <p:cNvSpPr>
            <a:spLocks noGrp="1"/>
          </p:cNvSpPr>
          <p:nvPr>
            <p:ph type="sldNum" sz="quarter" idx="12"/>
          </p:nvPr>
        </p:nvSpPr>
        <p:spPr/>
        <p:txBody>
          <a:bodyPr/>
          <a:lstStyle/>
          <a:p>
            <a:fld id="{D8B0B3AC-44A8-D142-AAF6-9A453466E1A4}" type="slidenum">
              <a:rPr lang="en-VN" smtClean="0"/>
              <a:t>12</a:t>
            </a:fld>
            <a:endParaRPr lang="en-VN"/>
          </a:p>
        </p:txBody>
      </p:sp>
    </p:spTree>
    <p:extLst>
      <p:ext uri="{BB962C8B-B14F-4D97-AF65-F5344CB8AC3E}">
        <p14:creationId xmlns:p14="http://schemas.microsoft.com/office/powerpoint/2010/main" val="1515075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13B62-DA2F-954B-D895-D54C0D4CB3B5}"/>
              </a:ext>
            </a:extLst>
          </p:cNvPr>
          <p:cNvSpPr>
            <a:spLocks noGrp="1"/>
          </p:cNvSpPr>
          <p:nvPr>
            <p:ph type="title"/>
          </p:nvPr>
        </p:nvSpPr>
        <p:spPr/>
        <p:txBody>
          <a:bodyPr>
            <a:normAutofit fontScale="90000"/>
          </a:bodyPr>
          <a:lstStyle/>
          <a:p>
            <a:r>
              <a:rPr lang="en-US" sz="4400" b="1" dirty="0" err="1"/>
              <a:t>Các</a:t>
            </a:r>
            <a:r>
              <a:rPr lang="en-US" sz="4400" b="1" dirty="0"/>
              <a:t> </a:t>
            </a:r>
            <a:r>
              <a:rPr lang="en-US" sz="4400" b="1" dirty="0" err="1"/>
              <a:t>hệ</a:t>
            </a:r>
            <a:r>
              <a:rPr lang="en-US" sz="4400" b="1" dirty="0"/>
              <a:t> </a:t>
            </a:r>
            <a:r>
              <a:rPr lang="en-US" sz="4400" b="1" dirty="0" err="1"/>
              <a:t>thống</a:t>
            </a:r>
            <a:r>
              <a:rPr lang="en-US" sz="4400" b="1" dirty="0"/>
              <a:t> </a:t>
            </a:r>
            <a:r>
              <a:rPr lang="en-US" sz="4400" b="1" dirty="0" err="1"/>
              <a:t>số</a:t>
            </a:r>
            <a:r>
              <a:rPr lang="en-US" sz="4400" b="1" dirty="0"/>
              <a:t> </a:t>
            </a:r>
            <a:r>
              <a:rPr lang="en-US" sz="4400" b="1" dirty="0" err="1"/>
              <a:t>thông</a:t>
            </a:r>
            <a:r>
              <a:rPr lang="en-US" sz="4400" b="1" dirty="0"/>
              <a:t> </a:t>
            </a:r>
            <a:r>
              <a:rPr lang="en-US" sz="4400" b="1" dirty="0" err="1"/>
              <a:t>dụng</a:t>
            </a:r>
            <a:endParaRPr lang="en-VN"/>
          </a:p>
        </p:txBody>
      </p:sp>
      <p:sp>
        <p:nvSpPr>
          <p:cNvPr id="6" name="Slide Number Placeholder 5">
            <a:extLst>
              <a:ext uri="{FF2B5EF4-FFF2-40B4-BE49-F238E27FC236}">
                <a16:creationId xmlns:a16="http://schemas.microsoft.com/office/drawing/2014/main" id="{B2A7424A-0AAD-DCFC-3D02-A129357A7B8A}"/>
              </a:ext>
            </a:extLst>
          </p:cNvPr>
          <p:cNvSpPr>
            <a:spLocks noGrp="1"/>
          </p:cNvSpPr>
          <p:nvPr>
            <p:ph type="sldNum" sz="quarter" idx="12"/>
          </p:nvPr>
        </p:nvSpPr>
        <p:spPr/>
        <p:txBody>
          <a:bodyPr/>
          <a:lstStyle/>
          <a:p>
            <a:fld id="{D8B0B3AC-44A8-D142-AAF6-9A453466E1A4}" type="slidenum">
              <a:rPr lang="en-VN" smtClean="0"/>
              <a:t>13</a:t>
            </a:fld>
            <a:endParaRPr lang="en-VN"/>
          </a:p>
        </p:txBody>
      </p:sp>
      <p:graphicFrame>
        <p:nvGraphicFramePr>
          <p:cNvPr id="7" name="Content Placeholder 3">
            <a:extLst>
              <a:ext uri="{FF2B5EF4-FFF2-40B4-BE49-F238E27FC236}">
                <a16:creationId xmlns:a16="http://schemas.microsoft.com/office/drawing/2014/main" id="{27EE6B7C-2BA2-64F9-75A7-6EECA973DEE8}"/>
              </a:ext>
            </a:extLst>
          </p:cNvPr>
          <p:cNvGraphicFramePr>
            <a:graphicFrameLocks/>
          </p:cNvGraphicFramePr>
          <p:nvPr>
            <p:extLst>
              <p:ext uri="{D42A27DB-BD31-4B8C-83A1-F6EECF244321}">
                <p14:modId xmlns:p14="http://schemas.microsoft.com/office/powerpoint/2010/main" val="1364375811"/>
              </p:ext>
            </p:extLst>
          </p:nvPr>
        </p:nvGraphicFramePr>
        <p:xfrm>
          <a:off x="1249175" y="1090406"/>
          <a:ext cx="10579655" cy="2590800"/>
        </p:xfrm>
        <a:graphic>
          <a:graphicData uri="http://schemas.openxmlformats.org/drawingml/2006/table">
            <a:tbl>
              <a:tblPr firstRow="1" bandRow="1">
                <a:tableStyleId>{7E9639D4-E3E2-4D34-9284-5A2195B3D0D7}</a:tableStyleId>
              </a:tblPr>
              <a:tblGrid>
                <a:gridCol w="3090479">
                  <a:extLst>
                    <a:ext uri="{9D8B030D-6E8A-4147-A177-3AD203B41FA5}">
                      <a16:colId xmlns:a16="http://schemas.microsoft.com/office/drawing/2014/main" val="20000"/>
                    </a:ext>
                  </a:extLst>
                </a:gridCol>
                <a:gridCol w="1807510">
                  <a:extLst>
                    <a:ext uri="{9D8B030D-6E8A-4147-A177-3AD203B41FA5}">
                      <a16:colId xmlns:a16="http://schemas.microsoft.com/office/drawing/2014/main" val="20001"/>
                    </a:ext>
                  </a:extLst>
                </a:gridCol>
                <a:gridCol w="5681666">
                  <a:extLst>
                    <a:ext uri="{9D8B030D-6E8A-4147-A177-3AD203B41FA5}">
                      <a16:colId xmlns:a16="http://schemas.microsoft.com/office/drawing/2014/main" val="20002"/>
                    </a:ext>
                  </a:extLst>
                </a:gridCol>
              </a:tblGrid>
              <a:tr h="370840">
                <a:tc>
                  <a:txBody>
                    <a:bodyPr/>
                    <a:lstStyle/>
                    <a:p>
                      <a:pPr algn="ctr"/>
                      <a:r>
                        <a:rPr lang="en-US" sz="2800" dirty="0" err="1"/>
                        <a:t>Hệ</a:t>
                      </a:r>
                      <a:r>
                        <a:rPr lang="en-US" sz="2800" baseline="0" dirty="0"/>
                        <a:t> </a:t>
                      </a:r>
                      <a:r>
                        <a:rPr lang="en-US" sz="2800" baseline="0" dirty="0" err="1"/>
                        <a:t>thống</a:t>
                      </a:r>
                      <a:r>
                        <a:rPr lang="en-US" sz="2800" baseline="0" dirty="0"/>
                        <a:t> </a:t>
                      </a:r>
                      <a:r>
                        <a:rPr lang="en-US" sz="2800" baseline="0" dirty="0" err="1"/>
                        <a:t>số</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A4CA39"/>
                    </a:solidFill>
                  </a:tcPr>
                </a:tc>
                <a:tc>
                  <a:txBody>
                    <a:bodyPr/>
                    <a:lstStyle/>
                    <a:p>
                      <a:pPr algn="ctr"/>
                      <a:r>
                        <a:rPr lang="en-US" sz="2800" dirty="0" err="1">
                          <a:solidFill>
                            <a:schemeClr val="bg1"/>
                          </a:solidFill>
                          <a:latin typeface="+mn-lt"/>
                          <a:cs typeface="+mn-cs"/>
                        </a:rPr>
                        <a:t>Cơ</a:t>
                      </a:r>
                      <a:r>
                        <a:rPr lang="en-US" sz="2800" baseline="0" dirty="0">
                          <a:solidFill>
                            <a:schemeClr val="bg1"/>
                          </a:solidFill>
                          <a:latin typeface="+mn-lt"/>
                          <a:cs typeface="+mn-cs"/>
                        </a:rPr>
                        <a:t> </a:t>
                      </a:r>
                      <a:r>
                        <a:rPr lang="en-US" sz="2800" baseline="0" dirty="0" err="1">
                          <a:solidFill>
                            <a:schemeClr val="bg1"/>
                          </a:solidFill>
                          <a:latin typeface="+mn-lt"/>
                          <a:cs typeface="+mn-cs"/>
                        </a:rPr>
                        <a:t>số</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A4CA39"/>
                    </a:solidFill>
                  </a:tcPr>
                </a:tc>
                <a:tc>
                  <a:txBody>
                    <a:bodyPr/>
                    <a:lstStyle/>
                    <a:p>
                      <a:pPr algn="ctr"/>
                      <a:r>
                        <a:rPr lang="en-US" sz="2800" dirty="0" err="1"/>
                        <a:t>Chữ</a:t>
                      </a:r>
                      <a:r>
                        <a:rPr lang="en-US" sz="2800" baseline="0" dirty="0"/>
                        <a:t> </a:t>
                      </a:r>
                      <a:r>
                        <a:rPr lang="en-US" sz="2800" baseline="0" dirty="0" err="1"/>
                        <a:t>số</a:t>
                      </a:r>
                      <a:r>
                        <a:rPr lang="en-US" sz="2800" baseline="0" dirty="0"/>
                        <a:t> (digit)</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solidFill>
                      <a:srgbClr val="A4CA39"/>
                    </a:solidFill>
                  </a:tcPr>
                </a:tc>
                <a:extLst>
                  <a:ext uri="{0D108BD9-81ED-4DB2-BD59-A6C34878D82A}">
                    <a16:rowId xmlns:a16="http://schemas.microsoft.com/office/drawing/2014/main" val="10000"/>
                  </a:ext>
                </a:extLst>
              </a:tr>
              <a:tr h="370840">
                <a:tc>
                  <a:txBody>
                    <a:bodyPr/>
                    <a:lstStyle/>
                    <a:p>
                      <a:r>
                        <a:rPr lang="en-US" sz="2800" dirty="0" err="1"/>
                        <a:t>Thập</a:t>
                      </a:r>
                      <a:r>
                        <a:rPr lang="en-US" sz="2800" baseline="0" dirty="0"/>
                        <a:t> </a:t>
                      </a:r>
                      <a:r>
                        <a:rPr lang="en-US" sz="2800" baseline="0" dirty="0" err="1"/>
                        <a:t>Phân</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2800" dirty="0"/>
                        <a:t>10</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2800" dirty="0"/>
                        <a:t>0, 1, 2, 3, 4, 5, 6, 7, 8, 9</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2800" dirty="0" err="1"/>
                        <a:t>Nhị</a:t>
                      </a:r>
                      <a:r>
                        <a:rPr lang="en-US" sz="2800" baseline="0" dirty="0"/>
                        <a:t> </a:t>
                      </a:r>
                      <a:r>
                        <a:rPr lang="en-US" sz="2800" baseline="0" dirty="0" err="1"/>
                        <a:t>Phân</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2800" dirty="0"/>
                        <a:t>2</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2800" dirty="0"/>
                        <a:t>0, 1</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2800" dirty="0" err="1"/>
                        <a:t>Thập</a:t>
                      </a:r>
                      <a:r>
                        <a:rPr lang="en-US" sz="2800" baseline="0" dirty="0"/>
                        <a:t> </a:t>
                      </a:r>
                      <a:r>
                        <a:rPr lang="en-US" sz="2800" baseline="0" dirty="0" err="1"/>
                        <a:t>Lục</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2800" dirty="0"/>
                        <a:t>16</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t>0, 1, 2, 3, 4, 5, 6, 7, 8, 9, A, B, C, D, E, F</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142493835"/>
                  </a:ext>
                </a:extLst>
              </a:tr>
              <a:tr h="370840">
                <a:tc>
                  <a:txBody>
                    <a:bodyPr/>
                    <a:lstStyle/>
                    <a:p>
                      <a:r>
                        <a:rPr lang="en-US" sz="2800" dirty="0" err="1">
                          <a:solidFill>
                            <a:schemeClr val="tx1"/>
                          </a:solidFill>
                          <a:latin typeface="+mn-lt"/>
                          <a:cs typeface="+mn-cs"/>
                        </a:rPr>
                        <a:t>Bát</a:t>
                      </a:r>
                      <a:r>
                        <a:rPr lang="en-US" sz="2800" baseline="0" dirty="0">
                          <a:solidFill>
                            <a:schemeClr val="tx1"/>
                          </a:solidFill>
                          <a:latin typeface="+mn-lt"/>
                          <a:cs typeface="+mn-cs"/>
                        </a:rPr>
                        <a:t> </a:t>
                      </a:r>
                      <a:r>
                        <a:rPr lang="en-US" sz="2800" baseline="0" dirty="0" err="1">
                          <a:solidFill>
                            <a:schemeClr val="tx1"/>
                          </a:solidFill>
                          <a:latin typeface="+mn-lt"/>
                          <a:cs typeface="+mn-cs"/>
                        </a:rPr>
                        <a:t>Phân</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2800" dirty="0"/>
                        <a:t>8</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a:r>
                        <a:rPr lang="en-US" sz="2800" dirty="0"/>
                        <a:t>0, 1, 2,</a:t>
                      </a:r>
                      <a:r>
                        <a:rPr lang="en-US" sz="2800" baseline="0" dirty="0"/>
                        <a:t> 3, 4, 5, 6, 7</a:t>
                      </a:r>
                      <a:endParaRPr lang="en-US" sz="2800" dirty="0">
                        <a:solidFill>
                          <a:schemeClr val="tx1"/>
                        </a:solidFill>
                        <a:latin typeface="Times New Roman" pitchFamily="18" charset="0"/>
                        <a:cs typeface="Times New Roman" pitchFamily="18" charset="0"/>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Box 7">
            <a:extLst>
              <a:ext uri="{FF2B5EF4-FFF2-40B4-BE49-F238E27FC236}">
                <a16:creationId xmlns:a16="http://schemas.microsoft.com/office/drawing/2014/main" id="{22597215-754A-59D3-1EC5-1B24FEE90597}"/>
              </a:ext>
            </a:extLst>
          </p:cNvPr>
          <p:cNvSpPr txBox="1"/>
          <p:nvPr/>
        </p:nvSpPr>
        <p:spPr>
          <a:xfrm>
            <a:off x="5947685" y="3746240"/>
            <a:ext cx="3044423"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400" dirty="0" err="1"/>
              <a:t>Dấu</a:t>
            </a:r>
            <a:r>
              <a:rPr lang="en-US" sz="2400" dirty="0"/>
              <a:t> </a:t>
            </a:r>
            <a:r>
              <a:rPr lang="en-US" sz="2400" dirty="0" err="1"/>
              <a:t>chấm</a:t>
            </a:r>
            <a:r>
              <a:rPr lang="en-US" sz="2400" dirty="0"/>
              <a:t> </a:t>
            </a:r>
            <a:r>
              <a:rPr lang="en-US" sz="2400" dirty="0" err="1"/>
              <a:t>thập</a:t>
            </a:r>
            <a:r>
              <a:rPr lang="en-US" sz="2400" dirty="0"/>
              <a:t> </a:t>
            </a:r>
            <a:r>
              <a:rPr lang="en-US" sz="2400" dirty="0" err="1"/>
              <a:t>phân</a:t>
            </a:r>
            <a:endParaRPr lang="vi-VN" sz="2400" dirty="0"/>
          </a:p>
        </p:txBody>
      </p:sp>
      <mc:AlternateContent xmlns:mc="http://schemas.openxmlformats.org/markup-compatibility/2006" xmlns:a14="http://schemas.microsoft.com/office/drawing/2010/main">
        <mc:Choice Requires="a14">
          <p:graphicFrame>
            <p:nvGraphicFramePr>
              <p:cNvPr id="9" name="Table 13">
                <a:extLst>
                  <a:ext uri="{FF2B5EF4-FFF2-40B4-BE49-F238E27FC236}">
                    <a16:creationId xmlns:a16="http://schemas.microsoft.com/office/drawing/2014/main" id="{86E8C019-7133-EA6B-6E0C-62EE14385CAC}"/>
                  </a:ext>
                </a:extLst>
              </p:cNvPr>
              <p:cNvGraphicFramePr>
                <a:graphicFrameLocks noGrp="1"/>
              </p:cNvGraphicFramePr>
              <p:nvPr>
                <p:extLst>
                  <p:ext uri="{D42A27DB-BD31-4B8C-83A1-F6EECF244321}">
                    <p14:modId xmlns:p14="http://schemas.microsoft.com/office/powerpoint/2010/main" val="2264620789"/>
                  </p:ext>
                </p:extLst>
              </p:nvPr>
            </p:nvGraphicFramePr>
            <p:xfrm>
              <a:off x="2246503" y="4293464"/>
              <a:ext cx="7368720" cy="1472666"/>
            </p:xfrm>
            <a:graphic>
              <a:graphicData uri="http://schemas.openxmlformats.org/drawingml/2006/table">
                <a:tbl>
                  <a:tblPr firstRow="1" bandRow="1"/>
                  <a:tblGrid>
                    <a:gridCol w="614060">
                      <a:extLst>
                        <a:ext uri="{9D8B030D-6E8A-4147-A177-3AD203B41FA5}">
                          <a16:colId xmlns:a16="http://schemas.microsoft.com/office/drawing/2014/main" val="3892947210"/>
                        </a:ext>
                      </a:extLst>
                    </a:gridCol>
                    <a:gridCol w="614060">
                      <a:extLst>
                        <a:ext uri="{9D8B030D-6E8A-4147-A177-3AD203B41FA5}">
                          <a16:colId xmlns:a16="http://schemas.microsoft.com/office/drawing/2014/main" val="1846123002"/>
                        </a:ext>
                      </a:extLst>
                    </a:gridCol>
                    <a:gridCol w="614060">
                      <a:extLst>
                        <a:ext uri="{9D8B030D-6E8A-4147-A177-3AD203B41FA5}">
                          <a16:colId xmlns:a16="http://schemas.microsoft.com/office/drawing/2014/main" val="3786121799"/>
                        </a:ext>
                      </a:extLst>
                    </a:gridCol>
                    <a:gridCol w="614060">
                      <a:extLst>
                        <a:ext uri="{9D8B030D-6E8A-4147-A177-3AD203B41FA5}">
                          <a16:colId xmlns:a16="http://schemas.microsoft.com/office/drawing/2014/main" val="3837954439"/>
                        </a:ext>
                      </a:extLst>
                    </a:gridCol>
                    <a:gridCol w="614060">
                      <a:extLst>
                        <a:ext uri="{9D8B030D-6E8A-4147-A177-3AD203B41FA5}">
                          <a16:colId xmlns:a16="http://schemas.microsoft.com/office/drawing/2014/main" val="1568236485"/>
                        </a:ext>
                      </a:extLst>
                    </a:gridCol>
                    <a:gridCol w="614060">
                      <a:extLst>
                        <a:ext uri="{9D8B030D-6E8A-4147-A177-3AD203B41FA5}">
                          <a16:colId xmlns:a16="http://schemas.microsoft.com/office/drawing/2014/main" val="1882376332"/>
                        </a:ext>
                      </a:extLst>
                    </a:gridCol>
                    <a:gridCol w="614060">
                      <a:extLst>
                        <a:ext uri="{9D8B030D-6E8A-4147-A177-3AD203B41FA5}">
                          <a16:colId xmlns:a16="http://schemas.microsoft.com/office/drawing/2014/main" val="2457332267"/>
                        </a:ext>
                      </a:extLst>
                    </a:gridCol>
                    <a:gridCol w="614060">
                      <a:extLst>
                        <a:ext uri="{9D8B030D-6E8A-4147-A177-3AD203B41FA5}">
                          <a16:colId xmlns:a16="http://schemas.microsoft.com/office/drawing/2014/main" val="1259825088"/>
                        </a:ext>
                      </a:extLst>
                    </a:gridCol>
                    <a:gridCol w="614060">
                      <a:extLst>
                        <a:ext uri="{9D8B030D-6E8A-4147-A177-3AD203B41FA5}">
                          <a16:colId xmlns:a16="http://schemas.microsoft.com/office/drawing/2014/main" val="1931271824"/>
                        </a:ext>
                      </a:extLst>
                    </a:gridCol>
                    <a:gridCol w="614060">
                      <a:extLst>
                        <a:ext uri="{9D8B030D-6E8A-4147-A177-3AD203B41FA5}">
                          <a16:colId xmlns:a16="http://schemas.microsoft.com/office/drawing/2014/main" val="2021805156"/>
                        </a:ext>
                      </a:extLst>
                    </a:gridCol>
                    <a:gridCol w="614060">
                      <a:extLst>
                        <a:ext uri="{9D8B030D-6E8A-4147-A177-3AD203B41FA5}">
                          <a16:colId xmlns:a16="http://schemas.microsoft.com/office/drawing/2014/main" val="1202533429"/>
                        </a:ext>
                      </a:extLst>
                    </a:gridCol>
                    <a:gridCol w="614060">
                      <a:extLst>
                        <a:ext uri="{9D8B030D-6E8A-4147-A177-3AD203B41FA5}">
                          <a16:colId xmlns:a16="http://schemas.microsoft.com/office/drawing/2014/main" val="2033898632"/>
                        </a:ext>
                      </a:extLst>
                    </a:gridCol>
                  </a:tblGrid>
                  <a:tr h="468047">
                    <a:tc>
                      <a:txBody>
                        <a:bodyPr/>
                        <a:lstStyle/>
                        <a:p>
                          <a:pPr algn="ctr"/>
                          <a:r>
                            <a:rPr lang="en-US" sz="2000" dirty="0"/>
                            <a:t>..</a:t>
                          </a:r>
                          <a:endParaRPr lang="vi-VN" sz="2000" dirty="0"/>
                        </a:p>
                      </a:txBody>
                      <a:tcPr/>
                    </a:tc>
                    <a:tc>
                      <a:txBody>
                        <a:bodyPr/>
                        <a:lstStyle/>
                        <a:p>
                          <a:pPr algn="ctr"/>
                          <a:r>
                            <a:rPr lang="en-US" sz="2000" dirty="0"/>
                            <a:t>3</a:t>
                          </a:r>
                          <a:endParaRPr lang="vi-VN" sz="2000" dirty="0"/>
                        </a:p>
                      </a:txBody>
                      <a:tcPr/>
                    </a:tc>
                    <a:tc>
                      <a:txBody>
                        <a:bodyPr/>
                        <a:lstStyle/>
                        <a:p>
                          <a:pPr algn="ctr"/>
                          <a:r>
                            <a:rPr lang="en-US" sz="2000" dirty="0"/>
                            <a:t>2</a:t>
                          </a:r>
                          <a:endParaRPr lang="vi-VN" sz="2000" dirty="0"/>
                        </a:p>
                      </a:txBody>
                      <a:tcPr/>
                    </a:tc>
                    <a:tc>
                      <a:txBody>
                        <a:bodyPr/>
                        <a:lstStyle/>
                        <a:p>
                          <a:pPr algn="ctr"/>
                          <a:r>
                            <a:rPr lang="en-US" sz="2000" dirty="0"/>
                            <a:t>1</a:t>
                          </a:r>
                          <a:endParaRPr lang="vi-VN" sz="2000" dirty="0"/>
                        </a:p>
                      </a:txBody>
                      <a:tcPr/>
                    </a:tc>
                    <a:tc>
                      <a:txBody>
                        <a:bodyPr/>
                        <a:lstStyle/>
                        <a:p>
                          <a:pPr algn="ctr"/>
                          <a:r>
                            <a:rPr lang="en-US" sz="2000" dirty="0"/>
                            <a:t>0</a:t>
                          </a:r>
                          <a:endParaRPr lang="vi-VN" sz="2000" dirty="0"/>
                        </a:p>
                      </a:txBody>
                      <a:tcPr/>
                    </a:tc>
                    <a:tc>
                      <a:txBody>
                        <a:bodyPr/>
                        <a:lstStyle/>
                        <a:p>
                          <a:pPr algn="ctr"/>
                          <a:endParaRPr lang="vi-VN" sz="2000" dirty="0"/>
                        </a:p>
                      </a:txBody>
                      <a:tcPr/>
                    </a:tc>
                    <a:tc>
                      <a:txBody>
                        <a:bodyPr/>
                        <a:lstStyle/>
                        <a:p>
                          <a:pPr algn="ctr"/>
                          <a:r>
                            <a:rPr lang="en-US" sz="2000" dirty="0"/>
                            <a:t>-1</a:t>
                          </a:r>
                          <a:endParaRPr lang="vi-VN" sz="2000" dirty="0"/>
                        </a:p>
                      </a:txBody>
                      <a:tcPr/>
                    </a:tc>
                    <a:tc>
                      <a:txBody>
                        <a:bodyPr/>
                        <a:lstStyle/>
                        <a:p>
                          <a:pPr algn="ctr"/>
                          <a:r>
                            <a:rPr lang="en-US" sz="2000" dirty="0"/>
                            <a:t>-2</a:t>
                          </a:r>
                          <a:endParaRPr lang="vi-VN" sz="2000" dirty="0"/>
                        </a:p>
                      </a:txBody>
                      <a:tcPr/>
                    </a:tc>
                    <a:tc>
                      <a:txBody>
                        <a:bodyPr/>
                        <a:lstStyle/>
                        <a:p>
                          <a:pPr algn="ctr"/>
                          <a:r>
                            <a:rPr lang="en-US" sz="2000" dirty="0"/>
                            <a:t>-3</a:t>
                          </a:r>
                          <a:endParaRPr lang="vi-VN" sz="2000" dirty="0"/>
                        </a:p>
                      </a:txBody>
                      <a:tcPr/>
                    </a:tc>
                    <a:tc>
                      <a:txBody>
                        <a:bodyPr/>
                        <a:lstStyle/>
                        <a:p>
                          <a:pPr algn="ctr"/>
                          <a:r>
                            <a:rPr lang="en-US" sz="2000" dirty="0"/>
                            <a:t>-4</a:t>
                          </a:r>
                          <a:endParaRPr lang="vi-VN" sz="2000" dirty="0"/>
                        </a:p>
                      </a:txBody>
                      <a:tcPr/>
                    </a:tc>
                    <a:tc>
                      <a:txBody>
                        <a:bodyPr/>
                        <a:lstStyle/>
                        <a:p>
                          <a:pPr algn="ctr"/>
                          <a:r>
                            <a:rPr lang="en-US" sz="2000" dirty="0"/>
                            <a:t>-5</a:t>
                          </a:r>
                          <a:endParaRPr lang="vi-VN" sz="2000" dirty="0"/>
                        </a:p>
                      </a:txBody>
                      <a:tcPr/>
                    </a:tc>
                    <a:tc>
                      <a:txBody>
                        <a:bodyPr/>
                        <a:lstStyle/>
                        <a:p>
                          <a:pPr algn="ctr"/>
                          <a:endParaRPr lang="vi-VN" sz="2000" dirty="0"/>
                        </a:p>
                      </a:txBody>
                      <a:tcPr/>
                    </a:tc>
                    <a:extLst>
                      <a:ext uri="{0D108BD9-81ED-4DB2-BD59-A6C34878D82A}">
                        <a16:rowId xmlns:a16="http://schemas.microsoft.com/office/drawing/2014/main" val="3619130271"/>
                      </a:ext>
                    </a:extLst>
                  </a:tr>
                  <a:tr h="500105">
                    <a:tc>
                      <a:txBody>
                        <a:bodyPr/>
                        <a:lstStyle/>
                        <a:p>
                          <a:pPr algn="ctr"/>
                          <a:r>
                            <a:rPr lang="en-US" sz="2400" dirty="0"/>
                            <a:t>…</a:t>
                          </a:r>
                          <a:endParaRPr lang="vi-VN" sz="2400"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vi-VN" sz="2400" i="1" dirty="0" smtClean="0">
                                        <a:solidFill>
                                          <a:srgbClr val="836967"/>
                                        </a:solidFill>
                                        <a:latin typeface="Cambria Math" panose="02040503050406030204" pitchFamily="18" charset="0"/>
                                      </a:rPr>
                                    </m:ctrlPr>
                                  </m:sSubPr>
                                  <m:e>
                                    <m:r>
                                      <a:rPr lang="vi-VN" sz="2400" i="1" dirty="0">
                                        <a:latin typeface="Cambria Math" panose="02040503050406030204" pitchFamily="18" charset="0"/>
                                      </a:rPr>
                                      <m:t>𝑑</m:t>
                                    </m:r>
                                  </m:e>
                                  <m:sub>
                                    <m:r>
                                      <a:rPr lang="en-US" sz="2400" b="0" i="1" dirty="0" smtClean="0">
                                        <a:latin typeface="Cambria Math" panose="02040503050406030204" pitchFamily="18" charset="0"/>
                                      </a:rPr>
                                      <m:t>3</m:t>
                                    </m:r>
                                  </m:sub>
                                </m:sSub>
                              </m:oMath>
                            </m:oMathPara>
                          </a14:m>
                          <a:endParaRPr lang="vi-VN" sz="2400"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vi-VN" sz="2400" i="1" dirty="0" smtClean="0">
                                        <a:solidFill>
                                          <a:srgbClr val="836967"/>
                                        </a:solidFill>
                                        <a:latin typeface="Cambria Math" panose="02040503050406030204" pitchFamily="18" charset="0"/>
                                      </a:rPr>
                                    </m:ctrlPr>
                                  </m:sSubPr>
                                  <m:e>
                                    <m:r>
                                      <a:rPr lang="vi-VN" sz="2400" i="1" dirty="0">
                                        <a:latin typeface="Cambria Math" panose="02040503050406030204" pitchFamily="18" charset="0"/>
                                      </a:rPr>
                                      <m:t>𝑑</m:t>
                                    </m:r>
                                  </m:e>
                                  <m:sub>
                                    <m:r>
                                      <a:rPr lang="en-US" sz="2400" b="0" i="1" dirty="0" smtClean="0">
                                        <a:latin typeface="Cambria Math" panose="02040503050406030204" pitchFamily="18" charset="0"/>
                                      </a:rPr>
                                      <m:t>2</m:t>
                                    </m:r>
                                  </m:sub>
                                </m:sSub>
                              </m:oMath>
                            </m:oMathPara>
                          </a14:m>
                          <a:endParaRPr lang="vi-VN" sz="2400"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vi-VN" sz="2400" i="1" dirty="0" smtClean="0">
                                        <a:solidFill>
                                          <a:srgbClr val="836967"/>
                                        </a:solidFill>
                                        <a:latin typeface="Cambria Math" panose="02040503050406030204" pitchFamily="18" charset="0"/>
                                      </a:rPr>
                                    </m:ctrlPr>
                                  </m:sSubPr>
                                  <m:e>
                                    <m:r>
                                      <a:rPr lang="vi-VN" sz="2400" i="1" dirty="0">
                                        <a:latin typeface="Cambria Math" panose="02040503050406030204" pitchFamily="18" charset="0"/>
                                      </a:rPr>
                                      <m:t>𝑑</m:t>
                                    </m:r>
                                  </m:e>
                                  <m:sub>
                                    <m:r>
                                      <a:rPr lang="en-US" sz="2400" b="0" i="1" dirty="0" smtClean="0">
                                        <a:latin typeface="Cambria Math" panose="02040503050406030204" pitchFamily="18" charset="0"/>
                                      </a:rPr>
                                      <m:t>1</m:t>
                                    </m:r>
                                  </m:sub>
                                </m:sSub>
                              </m:oMath>
                            </m:oMathPara>
                          </a14:m>
                          <a:endParaRPr lang="vi-VN" sz="2400"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vi-VN" sz="2400" i="1" dirty="0" smtClean="0">
                                        <a:solidFill>
                                          <a:srgbClr val="836967"/>
                                        </a:solidFill>
                                        <a:latin typeface="Cambria Math" panose="02040503050406030204" pitchFamily="18" charset="0"/>
                                      </a:rPr>
                                    </m:ctrlPr>
                                  </m:sSubPr>
                                  <m:e>
                                    <m:r>
                                      <a:rPr lang="vi-VN" sz="2400" i="1" dirty="0">
                                        <a:latin typeface="Cambria Math" panose="02040503050406030204" pitchFamily="18" charset="0"/>
                                      </a:rPr>
                                      <m:t>𝑑</m:t>
                                    </m:r>
                                  </m:e>
                                  <m:sub>
                                    <m:r>
                                      <a:rPr lang="en-US" sz="2400" b="0" i="1" dirty="0" smtClean="0">
                                        <a:latin typeface="Cambria Math" panose="02040503050406030204" pitchFamily="18" charset="0"/>
                                      </a:rPr>
                                      <m:t>0</m:t>
                                    </m:r>
                                  </m:sub>
                                </m:sSub>
                              </m:oMath>
                            </m:oMathPara>
                          </a14:m>
                          <a:endParaRPr lang="vi-VN" sz="2400" dirty="0"/>
                        </a:p>
                      </a:txBody>
                      <a:tcPr/>
                    </a:tc>
                    <a:tc>
                      <a:txBody>
                        <a:bodyPr/>
                        <a:lstStyle/>
                        <a:p>
                          <a:pPr algn="ctr"/>
                          <a:r>
                            <a:rPr lang="en-US" sz="2400" dirty="0"/>
                            <a:t>.</a:t>
                          </a:r>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vi-VN" sz="2400" i="1" dirty="0" smtClean="0">
                                        <a:solidFill>
                                          <a:srgbClr val="836967"/>
                                        </a:solidFill>
                                        <a:latin typeface="Cambria Math" panose="02040503050406030204" pitchFamily="18" charset="0"/>
                                      </a:rPr>
                                    </m:ctrlPr>
                                  </m:sSubPr>
                                  <m:e>
                                    <m:r>
                                      <a:rPr lang="vi-VN" sz="2400" i="1" dirty="0">
                                        <a:latin typeface="Cambria Math" panose="02040503050406030204" pitchFamily="18" charset="0"/>
                                      </a:rPr>
                                      <m:t>𝑑</m:t>
                                    </m:r>
                                  </m:e>
                                  <m:sub>
                                    <m:r>
                                      <a:rPr lang="en-US" sz="2400" b="0" i="0" dirty="0" smtClean="0">
                                        <a:latin typeface="Cambria Math" panose="02040503050406030204" pitchFamily="18" charset="0"/>
                                      </a:rPr>
                                      <m:t>−1</m:t>
                                    </m:r>
                                  </m:sub>
                                </m:sSub>
                              </m:oMath>
                            </m:oMathPara>
                          </a14:m>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vi-VN" sz="240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−2</m:t>
                                    </m:r>
                                  </m:sub>
                                </m:sSub>
                              </m:oMath>
                            </m:oMathPara>
                          </a14:m>
                          <a:endParaRPr lang="vi-VN" sz="2400"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vi-VN" sz="240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−3</m:t>
                                    </m:r>
                                  </m:sub>
                                </m:sSub>
                              </m:oMath>
                            </m:oMathPara>
                          </a14:m>
                          <a:endParaRPr lang="vi-VN" sz="2400"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vi-VN" sz="240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−4</m:t>
                                    </m:r>
                                  </m:sub>
                                </m:sSub>
                              </m:oMath>
                            </m:oMathPara>
                          </a14:m>
                          <a:endParaRPr lang="vi-VN" sz="2400" dirty="0"/>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vi-VN" sz="2400" i="1" smtClean="0">
                                        <a:latin typeface="Cambria Math" panose="02040503050406030204" pitchFamily="18" charset="0"/>
                                      </a:rPr>
                                    </m:ctrlPr>
                                  </m:sSubPr>
                                  <m:e>
                                    <m:r>
                                      <a:rPr lang="en-US" sz="2400" b="0" i="1" smtClean="0">
                                        <a:latin typeface="Cambria Math" panose="02040503050406030204" pitchFamily="18" charset="0"/>
                                      </a:rPr>
                                      <m:t>𝑑</m:t>
                                    </m:r>
                                  </m:e>
                                  <m:sub>
                                    <m:r>
                                      <a:rPr lang="en-US" sz="2400" b="0" i="1" smtClean="0">
                                        <a:latin typeface="Cambria Math" panose="02040503050406030204" pitchFamily="18" charset="0"/>
                                      </a:rPr>
                                      <m:t>−5</m:t>
                                    </m:r>
                                  </m:sub>
                                </m:sSub>
                              </m:oMath>
                            </m:oMathPara>
                          </a14:m>
                          <a:endParaRPr lang="vi-VN" sz="2400" dirty="0"/>
                        </a:p>
                      </a:txBody>
                      <a:tcPr/>
                    </a:tc>
                    <a:tc>
                      <a:txBody>
                        <a:bodyPr/>
                        <a:lstStyle/>
                        <a:p>
                          <a:pPr algn="ctr"/>
                          <a:r>
                            <a:rPr lang="en-US" sz="2400" dirty="0"/>
                            <a:t>…</a:t>
                          </a:r>
                          <a:endParaRPr lang="vi-VN" sz="2400" dirty="0"/>
                        </a:p>
                      </a:txBody>
                      <a:tcPr/>
                    </a:tc>
                    <a:extLst>
                      <a:ext uri="{0D108BD9-81ED-4DB2-BD59-A6C34878D82A}">
                        <a16:rowId xmlns:a16="http://schemas.microsoft.com/office/drawing/2014/main" val="3769714759"/>
                      </a:ext>
                    </a:extLst>
                  </a:tr>
                  <a:tr h="504514">
                    <a:tc>
                      <a:txBody>
                        <a:bodyPr/>
                        <a:lstStyle/>
                        <a:p>
                          <a:pPr algn="ct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m:t>
                                </m:r>
                              </m:oMath>
                            </m:oMathPara>
                          </a14:m>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kumimoji="0" lang="vi-VN" sz="2400" b="0" i="1" u="none" strike="noStrike" kern="1200" cap="none" spc="0" normalizeH="0" baseline="0" noProof="0" smtClean="0">
                                        <a:ln>
                                          <a:noFill/>
                                        </a:ln>
                                        <a:solidFill>
                                          <a:srgbClr val="000000"/>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𝑏</m:t>
                                    </m:r>
                                  </m:e>
                                  <m: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3</m:t>
                                    </m:r>
                                  </m:sup>
                                </m:sSup>
                              </m:oMath>
                            </m:oMathPara>
                          </a14:m>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kumimoji="0" lang="vi-VN" sz="2400" b="0" i="1" u="none" strike="noStrike" kern="1200" cap="none" spc="0" normalizeH="0" baseline="0" noProof="0" smtClean="0">
                                        <a:ln>
                                          <a:noFill/>
                                        </a:ln>
                                        <a:solidFill>
                                          <a:srgbClr val="000000"/>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𝑏</m:t>
                                    </m:r>
                                  </m:e>
                                  <m: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2</m:t>
                                    </m:r>
                                  </m:sup>
                                </m:sSup>
                              </m:oMath>
                            </m:oMathPara>
                          </a14:m>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kumimoji="0" lang="vi-VN" sz="2400" b="0" i="1" u="none" strike="noStrike" kern="1200" cap="none" spc="0" normalizeH="0" baseline="0" noProof="0" smtClean="0">
                                        <a:ln>
                                          <a:noFill/>
                                        </a:ln>
                                        <a:solidFill>
                                          <a:srgbClr val="000000"/>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𝑏</m:t>
                                    </m:r>
                                  </m:e>
                                  <m: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1</m:t>
                                    </m:r>
                                  </m:sup>
                                </m:sSup>
                              </m:oMath>
                            </m:oMathPara>
                          </a14:m>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vi-VN" sz="2400" i="1" smtClean="0">
                                        <a:latin typeface="Cambria Math" panose="02040503050406030204" pitchFamily="18" charset="0"/>
                                      </a:rPr>
                                    </m:ctrlPr>
                                  </m:sSupPr>
                                  <m:e>
                                    <m:r>
                                      <a:rPr lang="en-US" sz="2400" b="0" i="1" smtClean="0">
                                        <a:latin typeface="Cambria Math" panose="02040503050406030204" pitchFamily="18" charset="0"/>
                                      </a:rPr>
                                      <m:t>𝑏</m:t>
                                    </m:r>
                                  </m:e>
                                  <m:sup>
                                    <m:r>
                                      <a:rPr lang="en-US" sz="2400" b="0" i="1" smtClean="0">
                                        <a:latin typeface="Cambria Math" panose="02040503050406030204" pitchFamily="18" charset="0"/>
                                      </a:rPr>
                                      <m:t>0</m:t>
                                    </m:r>
                                  </m:sup>
                                </m:sSup>
                              </m:oMath>
                            </m:oMathPara>
                          </a14:m>
                          <a:endParaRPr lang="vi-VN" sz="2400" dirty="0"/>
                        </a:p>
                      </a:txBody>
                      <a:tcPr/>
                    </a:tc>
                    <a:tc>
                      <a:txBody>
                        <a:bodyPr/>
                        <a:lstStyle/>
                        <a:p>
                          <a:pPr algn="ctr"/>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kumimoji="0" lang="vi-VN" sz="2400" b="0" i="1" u="none" strike="noStrike" kern="1200" cap="none" spc="0" normalizeH="0" baseline="0" noProof="0" smtClean="0">
                                        <a:ln>
                                          <a:noFill/>
                                        </a:ln>
                                        <a:solidFill>
                                          <a:srgbClr val="000000"/>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𝑏</m:t>
                                    </m:r>
                                  </m:e>
                                  <m: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−1</m:t>
                                    </m:r>
                                  </m:sup>
                                </m:sSup>
                              </m:oMath>
                            </m:oMathPara>
                          </a14:m>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kumimoji="0" lang="vi-VN" sz="2400" b="0" i="1" u="none" strike="noStrike" kern="1200" cap="none" spc="0" normalizeH="0" baseline="0" noProof="0" smtClean="0">
                                        <a:ln>
                                          <a:noFill/>
                                        </a:ln>
                                        <a:solidFill>
                                          <a:srgbClr val="000000"/>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𝑏</m:t>
                                    </m:r>
                                  </m:e>
                                  <m: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−2</m:t>
                                    </m:r>
                                  </m:sup>
                                </m:sSup>
                              </m:oMath>
                            </m:oMathPara>
                          </a14:m>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kumimoji="0" lang="vi-VN" sz="2400" b="0" i="1" u="none" strike="noStrike" kern="1200" cap="none" spc="0" normalizeH="0" baseline="0" noProof="0" smtClean="0">
                                        <a:ln>
                                          <a:noFill/>
                                        </a:ln>
                                        <a:solidFill>
                                          <a:srgbClr val="000000"/>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𝑏</m:t>
                                    </m:r>
                                  </m:e>
                                  <m: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−3</m:t>
                                    </m:r>
                                  </m:sup>
                                </m:sSup>
                              </m:oMath>
                            </m:oMathPara>
                          </a14:m>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kumimoji="0" lang="vi-VN" sz="2400" b="0" i="1" u="none" strike="noStrike" kern="1200" cap="none" spc="0" normalizeH="0" baseline="0" noProof="0" smtClean="0">
                                        <a:ln>
                                          <a:noFill/>
                                        </a:ln>
                                        <a:solidFill>
                                          <a:srgbClr val="000000"/>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𝑏</m:t>
                                    </m:r>
                                  </m:e>
                                  <m: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−4</m:t>
                                    </m:r>
                                  </m:sup>
                                </m:sSup>
                              </m:oMath>
                            </m:oMathPara>
                          </a14:m>
                          <a:endParaRPr lang="vi-VN" sz="2400" dirty="0"/>
                        </a:p>
                      </a:txBody>
                      <a:tcPr/>
                    </a:tc>
                    <a:tc>
                      <a:txBody>
                        <a:bodyPr/>
                        <a:lstStyle/>
                        <a:p>
                          <a:pPr algn="ctr"/>
                          <a14:m>
                            <m:oMathPara xmlns:m="http://schemas.openxmlformats.org/officeDocument/2006/math">
                              <m:oMathParaPr>
                                <m:jc m:val="centerGroup"/>
                              </m:oMathParaPr>
                              <m:oMath xmlns:m="http://schemas.openxmlformats.org/officeDocument/2006/math">
                                <m:sSup>
                                  <m:sSupPr>
                                    <m:ctrlPr>
                                      <a:rPr kumimoji="0" lang="vi-VN" sz="2400" b="0" i="1" u="none" strike="noStrike" kern="1200" cap="none" spc="0" normalizeH="0" baseline="0" noProof="0" smtClean="0">
                                        <a:ln>
                                          <a:noFill/>
                                        </a:ln>
                                        <a:solidFill>
                                          <a:srgbClr val="000000"/>
                                        </a:solidFill>
                                        <a:effectLst/>
                                        <a:uLnTx/>
                                        <a:uFillTx/>
                                        <a:latin typeface="Cambria Math" panose="02040503050406030204" pitchFamily="18" charset="0"/>
                                      </a:rPr>
                                    </m:ctrlPr>
                                  </m:sSupPr>
                                  <m:e>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𝑏</m:t>
                                    </m:r>
                                  </m:e>
                                  <m:sup>
                                    <m:r>
                                      <a:rPr kumimoji="0" lang="en-US" sz="2400" b="0" i="1" u="none" strike="noStrike" kern="1200" cap="none" spc="0" normalizeH="0" baseline="0" noProof="0" smtClean="0">
                                        <a:ln>
                                          <a:noFill/>
                                        </a:ln>
                                        <a:solidFill>
                                          <a:srgbClr val="000000"/>
                                        </a:solidFill>
                                        <a:effectLst/>
                                        <a:uLnTx/>
                                        <a:uFillTx/>
                                        <a:latin typeface="Cambria Math" panose="02040503050406030204" pitchFamily="18" charset="0"/>
                                      </a:rPr>
                                      <m:t>−5</m:t>
                                    </m:r>
                                  </m:sup>
                                </m:sSup>
                              </m:oMath>
                            </m:oMathPara>
                          </a14:m>
                          <a:endParaRPr lang="vi-VN" sz="2400" dirty="0"/>
                        </a:p>
                      </a:txBody>
                      <a:tcPr/>
                    </a:tc>
                    <a:tc>
                      <a:txBody>
                        <a:bodyPr/>
                        <a:lstStyle/>
                        <a:p>
                          <a:pPr algn="ctr"/>
                          <a:r>
                            <a:rPr lang="en-US" sz="2400" dirty="0"/>
                            <a:t>…</a:t>
                          </a:r>
                          <a:endParaRPr lang="vi-VN" sz="2400" dirty="0"/>
                        </a:p>
                      </a:txBody>
                      <a:tcPr/>
                    </a:tc>
                    <a:extLst>
                      <a:ext uri="{0D108BD9-81ED-4DB2-BD59-A6C34878D82A}">
                        <a16:rowId xmlns:a16="http://schemas.microsoft.com/office/drawing/2014/main" val="4182077643"/>
                      </a:ext>
                    </a:extLst>
                  </a:tr>
                </a:tbl>
              </a:graphicData>
            </a:graphic>
          </p:graphicFrame>
        </mc:Choice>
        <mc:Fallback xmlns="">
          <p:graphicFrame>
            <p:nvGraphicFramePr>
              <p:cNvPr id="9" name="Table 13">
                <a:extLst>
                  <a:ext uri="{FF2B5EF4-FFF2-40B4-BE49-F238E27FC236}">
                    <a16:creationId xmlns:a16="http://schemas.microsoft.com/office/drawing/2014/main" id="{86E8C019-7133-EA6B-6E0C-62EE14385CAC}"/>
                  </a:ext>
                </a:extLst>
              </p:cNvPr>
              <p:cNvGraphicFramePr>
                <a:graphicFrameLocks noGrp="1"/>
              </p:cNvGraphicFramePr>
              <p:nvPr>
                <p:extLst>
                  <p:ext uri="{D42A27DB-BD31-4B8C-83A1-F6EECF244321}">
                    <p14:modId xmlns:p14="http://schemas.microsoft.com/office/powerpoint/2010/main" val="2264620789"/>
                  </p:ext>
                </p:extLst>
              </p:nvPr>
            </p:nvGraphicFramePr>
            <p:xfrm>
              <a:off x="2246503" y="4293464"/>
              <a:ext cx="7368720" cy="1472666"/>
            </p:xfrm>
            <a:graphic>
              <a:graphicData uri="http://schemas.openxmlformats.org/drawingml/2006/table">
                <a:tbl>
                  <a:tblPr firstRow="1" bandRow="1"/>
                  <a:tblGrid>
                    <a:gridCol w="614060">
                      <a:extLst>
                        <a:ext uri="{9D8B030D-6E8A-4147-A177-3AD203B41FA5}">
                          <a16:colId xmlns:a16="http://schemas.microsoft.com/office/drawing/2014/main" val="3892947210"/>
                        </a:ext>
                      </a:extLst>
                    </a:gridCol>
                    <a:gridCol w="614060">
                      <a:extLst>
                        <a:ext uri="{9D8B030D-6E8A-4147-A177-3AD203B41FA5}">
                          <a16:colId xmlns:a16="http://schemas.microsoft.com/office/drawing/2014/main" val="1846123002"/>
                        </a:ext>
                      </a:extLst>
                    </a:gridCol>
                    <a:gridCol w="614060">
                      <a:extLst>
                        <a:ext uri="{9D8B030D-6E8A-4147-A177-3AD203B41FA5}">
                          <a16:colId xmlns:a16="http://schemas.microsoft.com/office/drawing/2014/main" val="3786121799"/>
                        </a:ext>
                      </a:extLst>
                    </a:gridCol>
                    <a:gridCol w="614060">
                      <a:extLst>
                        <a:ext uri="{9D8B030D-6E8A-4147-A177-3AD203B41FA5}">
                          <a16:colId xmlns:a16="http://schemas.microsoft.com/office/drawing/2014/main" val="3837954439"/>
                        </a:ext>
                      </a:extLst>
                    </a:gridCol>
                    <a:gridCol w="614060">
                      <a:extLst>
                        <a:ext uri="{9D8B030D-6E8A-4147-A177-3AD203B41FA5}">
                          <a16:colId xmlns:a16="http://schemas.microsoft.com/office/drawing/2014/main" val="1568236485"/>
                        </a:ext>
                      </a:extLst>
                    </a:gridCol>
                    <a:gridCol w="614060">
                      <a:extLst>
                        <a:ext uri="{9D8B030D-6E8A-4147-A177-3AD203B41FA5}">
                          <a16:colId xmlns:a16="http://schemas.microsoft.com/office/drawing/2014/main" val="1882376332"/>
                        </a:ext>
                      </a:extLst>
                    </a:gridCol>
                    <a:gridCol w="614060">
                      <a:extLst>
                        <a:ext uri="{9D8B030D-6E8A-4147-A177-3AD203B41FA5}">
                          <a16:colId xmlns:a16="http://schemas.microsoft.com/office/drawing/2014/main" val="2457332267"/>
                        </a:ext>
                      </a:extLst>
                    </a:gridCol>
                    <a:gridCol w="614060">
                      <a:extLst>
                        <a:ext uri="{9D8B030D-6E8A-4147-A177-3AD203B41FA5}">
                          <a16:colId xmlns:a16="http://schemas.microsoft.com/office/drawing/2014/main" val="1259825088"/>
                        </a:ext>
                      </a:extLst>
                    </a:gridCol>
                    <a:gridCol w="614060">
                      <a:extLst>
                        <a:ext uri="{9D8B030D-6E8A-4147-A177-3AD203B41FA5}">
                          <a16:colId xmlns:a16="http://schemas.microsoft.com/office/drawing/2014/main" val="1931271824"/>
                        </a:ext>
                      </a:extLst>
                    </a:gridCol>
                    <a:gridCol w="614060">
                      <a:extLst>
                        <a:ext uri="{9D8B030D-6E8A-4147-A177-3AD203B41FA5}">
                          <a16:colId xmlns:a16="http://schemas.microsoft.com/office/drawing/2014/main" val="2021805156"/>
                        </a:ext>
                      </a:extLst>
                    </a:gridCol>
                    <a:gridCol w="614060">
                      <a:extLst>
                        <a:ext uri="{9D8B030D-6E8A-4147-A177-3AD203B41FA5}">
                          <a16:colId xmlns:a16="http://schemas.microsoft.com/office/drawing/2014/main" val="1202533429"/>
                        </a:ext>
                      </a:extLst>
                    </a:gridCol>
                    <a:gridCol w="614060">
                      <a:extLst>
                        <a:ext uri="{9D8B030D-6E8A-4147-A177-3AD203B41FA5}">
                          <a16:colId xmlns:a16="http://schemas.microsoft.com/office/drawing/2014/main" val="2033898632"/>
                        </a:ext>
                      </a:extLst>
                    </a:gridCol>
                  </a:tblGrid>
                  <a:tr h="468047">
                    <a:tc>
                      <a:txBody>
                        <a:bodyPr/>
                        <a:lstStyle/>
                        <a:p>
                          <a:pPr algn="ctr"/>
                          <a:r>
                            <a:rPr lang="en-US" sz="2000" dirty="0"/>
                            <a:t>..</a:t>
                          </a:r>
                          <a:endParaRPr lang="vi-VN" sz="2000" dirty="0"/>
                        </a:p>
                      </a:txBody>
                      <a:tcPr/>
                    </a:tc>
                    <a:tc>
                      <a:txBody>
                        <a:bodyPr/>
                        <a:lstStyle/>
                        <a:p>
                          <a:pPr algn="ctr"/>
                          <a:r>
                            <a:rPr lang="en-US" sz="2000" dirty="0"/>
                            <a:t>3</a:t>
                          </a:r>
                          <a:endParaRPr lang="vi-VN" sz="2000" dirty="0"/>
                        </a:p>
                      </a:txBody>
                      <a:tcPr/>
                    </a:tc>
                    <a:tc>
                      <a:txBody>
                        <a:bodyPr/>
                        <a:lstStyle/>
                        <a:p>
                          <a:pPr algn="ctr"/>
                          <a:r>
                            <a:rPr lang="en-US" sz="2000" dirty="0"/>
                            <a:t>2</a:t>
                          </a:r>
                          <a:endParaRPr lang="vi-VN" sz="2000" dirty="0"/>
                        </a:p>
                      </a:txBody>
                      <a:tcPr/>
                    </a:tc>
                    <a:tc>
                      <a:txBody>
                        <a:bodyPr/>
                        <a:lstStyle/>
                        <a:p>
                          <a:pPr algn="ctr"/>
                          <a:r>
                            <a:rPr lang="en-US" sz="2000" dirty="0"/>
                            <a:t>1</a:t>
                          </a:r>
                          <a:endParaRPr lang="vi-VN" sz="2000" dirty="0"/>
                        </a:p>
                      </a:txBody>
                      <a:tcPr/>
                    </a:tc>
                    <a:tc>
                      <a:txBody>
                        <a:bodyPr/>
                        <a:lstStyle/>
                        <a:p>
                          <a:pPr algn="ctr"/>
                          <a:r>
                            <a:rPr lang="en-US" sz="2000" dirty="0"/>
                            <a:t>0</a:t>
                          </a:r>
                          <a:endParaRPr lang="vi-VN" sz="2000" dirty="0"/>
                        </a:p>
                      </a:txBody>
                      <a:tcPr/>
                    </a:tc>
                    <a:tc>
                      <a:txBody>
                        <a:bodyPr/>
                        <a:lstStyle/>
                        <a:p>
                          <a:pPr algn="ctr"/>
                          <a:endParaRPr lang="vi-VN" sz="2000" dirty="0"/>
                        </a:p>
                      </a:txBody>
                      <a:tcPr/>
                    </a:tc>
                    <a:tc>
                      <a:txBody>
                        <a:bodyPr/>
                        <a:lstStyle/>
                        <a:p>
                          <a:pPr algn="ctr"/>
                          <a:r>
                            <a:rPr lang="en-US" sz="2000" dirty="0"/>
                            <a:t>-1</a:t>
                          </a:r>
                          <a:endParaRPr lang="vi-VN" sz="2000" dirty="0"/>
                        </a:p>
                      </a:txBody>
                      <a:tcPr/>
                    </a:tc>
                    <a:tc>
                      <a:txBody>
                        <a:bodyPr/>
                        <a:lstStyle/>
                        <a:p>
                          <a:pPr algn="ctr"/>
                          <a:r>
                            <a:rPr lang="en-US" sz="2000" dirty="0"/>
                            <a:t>-2</a:t>
                          </a:r>
                          <a:endParaRPr lang="vi-VN" sz="2000" dirty="0"/>
                        </a:p>
                      </a:txBody>
                      <a:tcPr/>
                    </a:tc>
                    <a:tc>
                      <a:txBody>
                        <a:bodyPr/>
                        <a:lstStyle/>
                        <a:p>
                          <a:pPr algn="ctr"/>
                          <a:r>
                            <a:rPr lang="en-US" sz="2000" dirty="0"/>
                            <a:t>-3</a:t>
                          </a:r>
                          <a:endParaRPr lang="vi-VN" sz="2000" dirty="0"/>
                        </a:p>
                      </a:txBody>
                      <a:tcPr/>
                    </a:tc>
                    <a:tc>
                      <a:txBody>
                        <a:bodyPr/>
                        <a:lstStyle/>
                        <a:p>
                          <a:pPr algn="ctr"/>
                          <a:r>
                            <a:rPr lang="en-US" sz="2000" dirty="0"/>
                            <a:t>-4</a:t>
                          </a:r>
                          <a:endParaRPr lang="vi-VN" sz="2000" dirty="0"/>
                        </a:p>
                      </a:txBody>
                      <a:tcPr/>
                    </a:tc>
                    <a:tc>
                      <a:txBody>
                        <a:bodyPr/>
                        <a:lstStyle/>
                        <a:p>
                          <a:pPr algn="ctr"/>
                          <a:r>
                            <a:rPr lang="en-US" sz="2000" dirty="0"/>
                            <a:t>-5</a:t>
                          </a:r>
                          <a:endParaRPr lang="vi-VN" sz="2000" dirty="0"/>
                        </a:p>
                      </a:txBody>
                      <a:tcPr/>
                    </a:tc>
                    <a:tc>
                      <a:txBody>
                        <a:bodyPr/>
                        <a:lstStyle/>
                        <a:p>
                          <a:pPr algn="ctr"/>
                          <a:endParaRPr lang="vi-VN" sz="2000" dirty="0"/>
                        </a:p>
                      </a:txBody>
                      <a:tcPr/>
                    </a:tc>
                    <a:extLst>
                      <a:ext uri="{0D108BD9-81ED-4DB2-BD59-A6C34878D82A}">
                        <a16:rowId xmlns:a16="http://schemas.microsoft.com/office/drawing/2014/main" val="3619130271"/>
                      </a:ext>
                    </a:extLst>
                  </a:tr>
                  <a:tr h="500105">
                    <a:tc>
                      <a:txBody>
                        <a:bodyPr/>
                        <a:lstStyle/>
                        <a:p>
                          <a:pPr algn="ctr"/>
                          <a:r>
                            <a:rPr lang="en-US" sz="2400" dirty="0"/>
                            <a:t>…</a:t>
                          </a:r>
                          <a:endParaRPr lang="vi-VN" sz="2400" dirty="0"/>
                        </a:p>
                      </a:txBody>
                      <a:tcPr/>
                    </a:tc>
                    <a:tc>
                      <a:txBody>
                        <a:bodyPr/>
                        <a:lstStyle/>
                        <a:p>
                          <a:endParaRPr lang="en-VN"/>
                        </a:p>
                      </a:txBody>
                      <a:tcPr>
                        <a:blipFill>
                          <a:blip r:embed="rId2"/>
                          <a:stretch>
                            <a:fillRect l="-102083" t="-100000" r="-1012500" b="-117500"/>
                          </a:stretch>
                        </a:blipFill>
                      </a:tcPr>
                    </a:tc>
                    <a:tc>
                      <a:txBody>
                        <a:bodyPr/>
                        <a:lstStyle/>
                        <a:p>
                          <a:endParaRPr lang="en-VN"/>
                        </a:p>
                      </a:txBody>
                      <a:tcPr>
                        <a:blipFill>
                          <a:blip r:embed="rId2"/>
                          <a:stretch>
                            <a:fillRect l="-197959" t="-100000" r="-891837" b="-117500"/>
                          </a:stretch>
                        </a:blipFill>
                      </a:tcPr>
                    </a:tc>
                    <a:tc>
                      <a:txBody>
                        <a:bodyPr/>
                        <a:lstStyle/>
                        <a:p>
                          <a:endParaRPr lang="en-VN"/>
                        </a:p>
                      </a:txBody>
                      <a:tcPr>
                        <a:blipFill>
                          <a:blip r:embed="rId2"/>
                          <a:stretch>
                            <a:fillRect l="-304167" t="-100000" r="-810417" b="-117500"/>
                          </a:stretch>
                        </a:blipFill>
                      </a:tcPr>
                    </a:tc>
                    <a:tc>
                      <a:txBody>
                        <a:bodyPr/>
                        <a:lstStyle/>
                        <a:p>
                          <a:endParaRPr lang="en-VN"/>
                        </a:p>
                      </a:txBody>
                      <a:tcPr>
                        <a:blipFill>
                          <a:blip r:embed="rId2"/>
                          <a:stretch>
                            <a:fillRect l="-395918" t="-100000" r="-693878" b="-117500"/>
                          </a:stretch>
                        </a:blipFill>
                      </a:tcPr>
                    </a:tc>
                    <a:tc>
                      <a:txBody>
                        <a:bodyPr/>
                        <a:lstStyle/>
                        <a:p>
                          <a:pPr algn="ctr"/>
                          <a:r>
                            <a:rPr lang="en-US" sz="2400" dirty="0"/>
                            <a:t>.</a:t>
                          </a:r>
                          <a:endParaRPr lang="vi-VN" sz="2400" dirty="0"/>
                        </a:p>
                      </a:txBody>
                      <a:tcPr/>
                    </a:tc>
                    <a:tc>
                      <a:txBody>
                        <a:bodyPr/>
                        <a:lstStyle/>
                        <a:p>
                          <a:endParaRPr lang="en-VN"/>
                        </a:p>
                      </a:txBody>
                      <a:tcPr>
                        <a:blipFill>
                          <a:blip r:embed="rId2"/>
                          <a:stretch>
                            <a:fillRect l="-593878" t="-100000" r="-495918" b="-117500"/>
                          </a:stretch>
                        </a:blipFill>
                      </a:tcPr>
                    </a:tc>
                    <a:tc>
                      <a:txBody>
                        <a:bodyPr/>
                        <a:lstStyle/>
                        <a:p>
                          <a:endParaRPr lang="en-VN"/>
                        </a:p>
                      </a:txBody>
                      <a:tcPr>
                        <a:blipFill>
                          <a:blip r:embed="rId2"/>
                          <a:stretch>
                            <a:fillRect l="-708333" t="-100000" r="-406250" b="-117500"/>
                          </a:stretch>
                        </a:blipFill>
                      </a:tcPr>
                    </a:tc>
                    <a:tc>
                      <a:txBody>
                        <a:bodyPr/>
                        <a:lstStyle/>
                        <a:p>
                          <a:endParaRPr lang="en-VN"/>
                        </a:p>
                      </a:txBody>
                      <a:tcPr>
                        <a:blipFill>
                          <a:blip r:embed="rId2"/>
                          <a:stretch>
                            <a:fillRect l="-791837" t="-100000" r="-297959" b="-117500"/>
                          </a:stretch>
                        </a:blipFill>
                      </a:tcPr>
                    </a:tc>
                    <a:tc>
                      <a:txBody>
                        <a:bodyPr/>
                        <a:lstStyle/>
                        <a:p>
                          <a:endParaRPr lang="en-VN"/>
                        </a:p>
                      </a:txBody>
                      <a:tcPr>
                        <a:blipFill>
                          <a:blip r:embed="rId2"/>
                          <a:stretch>
                            <a:fillRect l="-910417" t="-100000" r="-204167" b="-117500"/>
                          </a:stretch>
                        </a:blipFill>
                      </a:tcPr>
                    </a:tc>
                    <a:tc>
                      <a:txBody>
                        <a:bodyPr/>
                        <a:lstStyle/>
                        <a:p>
                          <a:endParaRPr lang="en-VN"/>
                        </a:p>
                      </a:txBody>
                      <a:tcPr>
                        <a:blipFill>
                          <a:blip r:embed="rId2"/>
                          <a:stretch>
                            <a:fillRect l="-989796" t="-100000" r="-100000" b="-117500"/>
                          </a:stretch>
                        </a:blipFill>
                      </a:tcPr>
                    </a:tc>
                    <a:tc>
                      <a:txBody>
                        <a:bodyPr/>
                        <a:lstStyle/>
                        <a:p>
                          <a:pPr algn="ctr"/>
                          <a:r>
                            <a:rPr lang="en-US" sz="2400" dirty="0"/>
                            <a:t>…</a:t>
                          </a:r>
                          <a:endParaRPr lang="vi-VN" sz="2400" dirty="0"/>
                        </a:p>
                      </a:txBody>
                      <a:tcPr/>
                    </a:tc>
                    <a:extLst>
                      <a:ext uri="{0D108BD9-81ED-4DB2-BD59-A6C34878D82A}">
                        <a16:rowId xmlns:a16="http://schemas.microsoft.com/office/drawing/2014/main" val="3769714759"/>
                      </a:ext>
                    </a:extLst>
                  </a:tr>
                  <a:tr h="504514">
                    <a:tc>
                      <a:txBody>
                        <a:bodyPr/>
                        <a:lstStyle/>
                        <a:p>
                          <a:endParaRPr lang="en-VN"/>
                        </a:p>
                      </a:txBody>
                      <a:tcPr>
                        <a:blipFill>
                          <a:blip r:embed="rId2"/>
                          <a:stretch>
                            <a:fillRect t="-200000" r="-1089796" b="-17500"/>
                          </a:stretch>
                        </a:blipFill>
                      </a:tcPr>
                    </a:tc>
                    <a:tc>
                      <a:txBody>
                        <a:bodyPr/>
                        <a:lstStyle/>
                        <a:p>
                          <a:endParaRPr lang="en-VN"/>
                        </a:p>
                      </a:txBody>
                      <a:tcPr>
                        <a:blipFill>
                          <a:blip r:embed="rId2"/>
                          <a:stretch>
                            <a:fillRect l="-102083" t="-200000" r="-1012500" b="-17500"/>
                          </a:stretch>
                        </a:blipFill>
                      </a:tcPr>
                    </a:tc>
                    <a:tc>
                      <a:txBody>
                        <a:bodyPr/>
                        <a:lstStyle/>
                        <a:p>
                          <a:endParaRPr lang="en-VN"/>
                        </a:p>
                      </a:txBody>
                      <a:tcPr>
                        <a:blipFill>
                          <a:blip r:embed="rId2"/>
                          <a:stretch>
                            <a:fillRect l="-197959" t="-200000" r="-891837" b="-17500"/>
                          </a:stretch>
                        </a:blipFill>
                      </a:tcPr>
                    </a:tc>
                    <a:tc>
                      <a:txBody>
                        <a:bodyPr/>
                        <a:lstStyle/>
                        <a:p>
                          <a:endParaRPr lang="en-VN"/>
                        </a:p>
                      </a:txBody>
                      <a:tcPr>
                        <a:blipFill>
                          <a:blip r:embed="rId2"/>
                          <a:stretch>
                            <a:fillRect l="-304167" t="-200000" r="-810417" b="-17500"/>
                          </a:stretch>
                        </a:blipFill>
                      </a:tcPr>
                    </a:tc>
                    <a:tc>
                      <a:txBody>
                        <a:bodyPr/>
                        <a:lstStyle/>
                        <a:p>
                          <a:endParaRPr lang="en-VN"/>
                        </a:p>
                      </a:txBody>
                      <a:tcPr>
                        <a:blipFill>
                          <a:blip r:embed="rId2"/>
                          <a:stretch>
                            <a:fillRect l="-395918" t="-200000" r="-693878" b="-17500"/>
                          </a:stretch>
                        </a:blipFill>
                      </a:tcPr>
                    </a:tc>
                    <a:tc>
                      <a:txBody>
                        <a:bodyPr/>
                        <a:lstStyle/>
                        <a:p>
                          <a:pPr algn="ctr"/>
                          <a:endParaRPr lang="vi-VN" sz="2400" dirty="0"/>
                        </a:p>
                      </a:txBody>
                      <a:tcPr/>
                    </a:tc>
                    <a:tc>
                      <a:txBody>
                        <a:bodyPr/>
                        <a:lstStyle/>
                        <a:p>
                          <a:endParaRPr lang="en-VN"/>
                        </a:p>
                      </a:txBody>
                      <a:tcPr>
                        <a:blipFill>
                          <a:blip r:embed="rId2"/>
                          <a:stretch>
                            <a:fillRect l="-593878" t="-200000" r="-495918" b="-17500"/>
                          </a:stretch>
                        </a:blipFill>
                      </a:tcPr>
                    </a:tc>
                    <a:tc>
                      <a:txBody>
                        <a:bodyPr/>
                        <a:lstStyle/>
                        <a:p>
                          <a:endParaRPr lang="en-VN"/>
                        </a:p>
                      </a:txBody>
                      <a:tcPr>
                        <a:blipFill>
                          <a:blip r:embed="rId2"/>
                          <a:stretch>
                            <a:fillRect l="-708333" t="-200000" r="-406250" b="-17500"/>
                          </a:stretch>
                        </a:blipFill>
                      </a:tcPr>
                    </a:tc>
                    <a:tc>
                      <a:txBody>
                        <a:bodyPr/>
                        <a:lstStyle/>
                        <a:p>
                          <a:endParaRPr lang="en-VN"/>
                        </a:p>
                      </a:txBody>
                      <a:tcPr>
                        <a:blipFill>
                          <a:blip r:embed="rId2"/>
                          <a:stretch>
                            <a:fillRect l="-791837" t="-200000" r="-297959" b="-17500"/>
                          </a:stretch>
                        </a:blipFill>
                      </a:tcPr>
                    </a:tc>
                    <a:tc>
                      <a:txBody>
                        <a:bodyPr/>
                        <a:lstStyle/>
                        <a:p>
                          <a:endParaRPr lang="en-VN"/>
                        </a:p>
                      </a:txBody>
                      <a:tcPr>
                        <a:blipFill>
                          <a:blip r:embed="rId2"/>
                          <a:stretch>
                            <a:fillRect l="-910417" t="-200000" r="-204167" b="-17500"/>
                          </a:stretch>
                        </a:blipFill>
                      </a:tcPr>
                    </a:tc>
                    <a:tc>
                      <a:txBody>
                        <a:bodyPr/>
                        <a:lstStyle/>
                        <a:p>
                          <a:endParaRPr lang="en-VN"/>
                        </a:p>
                      </a:txBody>
                      <a:tcPr>
                        <a:blipFill>
                          <a:blip r:embed="rId2"/>
                          <a:stretch>
                            <a:fillRect l="-989796" t="-200000" r="-100000" b="-17500"/>
                          </a:stretch>
                        </a:blipFill>
                      </a:tcPr>
                    </a:tc>
                    <a:tc>
                      <a:txBody>
                        <a:bodyPr/>
                        <a:lstStyle/>
                        <a:p>
                          <a:pPr algn="ctr"/>
                          <a:r>
                            <a:rPr lang="en-US" sz="2400" dirty="0"/>
                            <a:t>…</a:t>
                          </a:r>
                          <a:endParaRPr lang="vi-VN" sz="2400" dirty="0"/>
                        </a:p>
                      </a:txBody>
                      <a:tcPr/>
                    </a:tc>
                    <a:extLst>
                      <a:ext uri="{0D108BD9-81ED-4DB2-BD59-A6C34878D82A}">
                        <a16:rowId xmlns:a16="http://schemas.microsoft.com/office/drawing/2014/main" val="4182077643"/>
                      </a:ext>
                    </a:extLst>
                  </a:tr>
                </a:tbl>
              </a:graphicData>
            </a:graphic>
          </p:graphicFrame>
        </mc:Fallback>
      </mc:AlternateContent>
      <p:cxnSp>
        <p:nvCxnSpPr>
          <p:cNvPr id="10" name="Connector: Elbow 6">
            <a:extLst>
              <a:ext uri="{FF2B5EF4-FFF2-40B4-BE49-F238E27FC236}">
                <a16:creationId xmlns:a16="http://schemas.microsoft.com/office/drawing/2014/main" id="{024DBC1A-8279-EBA1-2DF6-C770924B28CC}"/>
              </a:ext>
            </a:extLst>
          </p:cNvPr>
          <p:cNvCxnSpPr>
            <a:cxnSpLocks/>
            <a:endCxn id="8" idx="1"/>
          </p:cNvCxnSpPr>
          <p:nvPr/>
        </p:nvCxnSpPr>
        <p:spPr>
          <a:xfrm rot="5400000" flipH="1" flipV="1">
            <a:off x="5229024" y="4359141"/>
            <a:ext cx="1100729" cy="336594"/>
          </a:xfrm>
          <a:prstGeom prst="bentConnector2">
            <a:avLst/>
          </a:prstGeom>
          <a:ln w="12700">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sp>
        <p:nvSpPr>
          <p:cNvPr id="11" name="TextBox 10">
            <a:extLst>
              <a:ext uri="{FF2B5EF4-FFF2-40B4-BE49-F238E27FC236}">
                <a16:creationId xmlns:a16="http://schemas.microsoft.com/office/drawing/2014/main" id="{620669C6-1B4E-48B9-6115-5588ACC5102A}"/>
              </a:ext>
            </a:extLst>
          </p:cNvPr>
          <p:cNvSpPr txBox="1"/>
          <p:nvPr/>
        </p:nvSpPr>
        <p:spPr>
          <a:xfrm>
            <a:off x="4712930" y="6229213"/>
            <a:ext cx="2202847" cy="461665"/>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400" dirty="0" err="1"/>
              <a:t>Giá</a:t>
            </a:r>
            <a:r>
              <a:rPr lang="en-US" sz="2400" dirty="0"/>
              <a:t> </a:t>
            </a:r>
            <a:r>
              <a:rPr lang="en-US" sz="2400" dirty="0" err="1"/>
              <a:t>trị</a:t>
            </a:r>
            <a:r>
              <a:rPr lang="en-US" sz="2400" dirty="0"/>
              <a:t> </a:t>
            </a:r>
            <a:r>
              <a:rPr lang="en-US" sz="2400" dirty="0" err="1"/>
              <a:t>trọng</a:t>
            </a:r>
            <a:r>
              <a:rPr lang="en-US" sz="2400" dirty="0"/>
              <a:t> </a:t>
            </a:r>
            <a:r>
              <a:rPr lang="en-US" sz="2400" dirty="0" err="1"/>
              <a:t>số</a:t>
            </a:r>
            <a:endParaRPr lang="vi-VN" sz="2400" dirty="0"/>
          </a:p>
        </p:txBody>
      </p:sp>
      <p:sp>
        <p:nvSpPr>
          <p:cNvPr id="12" name="TextBox 11">
            <a:extLst>
              <a:ext uri="{FF2B5EF4-FFF2-40B4-BE49-F238E27FC236}">
                <a16:creationId xmlns:a16="http://schemas.microsoft.com/office/drawing/2014/main" id="{FD9FD664-A23E-89B8-C880-F5AF3780D05B}"/>
              </a:ext>
            </a:extLst>
          </p:cNvPr>
          <p:cNvSpPr txBox="1"/>
          <p:nvPr/>
        </p:nvSpPr>
        <p:spPr>
          <a:xfrm>
            <a:off x="983529" y="6229212"/>
            <a:ext cx="1770613" cy="430887"/>
          </a:xfrm>
          <a:prstGeom prst="rect">
            <a:avLst/>
          </a:prstGeom>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200" dirty="0" err="1"/>
              <a:t>Hệ</a:t>
            </a:r>
            <a:r>
              <a:rPr lang="en-US" sz="2200" dirty="0"/>
              <a:t> </a:t>
            </a:r>
            <a:r>
              <a:rPr lang="en-US" sz="2200" dirty="0" err="1"/>
              <a:t>số</a:t>
            </a:r>
            <a:r>
              <a:rPr lang="en-US" sz="2200" dirty="0"/>
              <a:t>, </a:t>
            </a:r>
            <a:r>
              <a:rPr lang="en-US" sz="2200" dirty="0" err="1"/>
              <a:t>cơ</a:t>
            </a:r>
            <a:r>
              <a:rPr lang="en-US" sz="2200" dirty="0"/>
              <a:t> </a:t>
            </a:r>
            <a:r>
              <a:rPr lang="en-US" sz="2200" dirty="0" err="1"/>
              <a:t>số</a:t>
            </a:r>
            <a:r>
              <a:rPr lang="en-US" sz="2200" dirty="0"/>
              <a:t> b</a:t>
            </a:r>
            <a:endParaRPr lang="vi-VN" sz="2200" dirty="0"/>
          </a:p>
        </p:txBody>
      </p:sp>
      <p:cxnSp>
        <p:nvCxnSpPr>
          <p:cNvPr id="13" name="Straight Arrow Connector 12">
            <a:extLst>
              <a:ext uri="{FF2B5EF4-FFF2-40B4-BE49-F238E27FC236}">
                <a16:creationId xmlns:a16="http://schemas.microsoft.com/office/drawing/2014/main" id="{101835F1-CD96-B211-E232-683DF780D201}"/>
              </a:ext>
            </a:extLst>
          </p:cNvPr>
          <p:cNvCxnSpPr>
            <a:stCxn id="11" idx="0"/>
          </p:cNvCxnSpPr>
          <p:nvPr/>
        </p:nvCxnSpPr>
        <p:spPr>
          <a:xfrm flipH="1" flipV="1">
            <a:off x="4268157" y="5693496"/>
            <a:ext cx="1546197" cy="535717"/>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F8E46110-D863-E92C-0E13-3E3C029FBDD3}"/>
              </a:ext>
            </a:extLst>
          </p:cNvPr>
          <p:cNvCxnSpPr>
            <a:cxnSpLocks/>
            <a:stCxn id="11" idx="0"/>
          </p:cNvCxnSpPr>
          <p:nvPr/>
        </p:nvCxnSpPr>
        <p:spPr>
          <a:xfrm flipV="1">
            <a:off x="5814354" y="5676452"/>
            <a:ext cx="1101423" cy="552760"/>
          </a:xfrm>
          <a:prstGeom prst="straightConnector1">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15" name="TextBox 14">
            <a:extLst>
              <a:ext uri="{FF2B5EF4-FFF2-40B4-BE49-F238E27FC236}">
                <a16:creationId xmlns:a16="http://schemas.microsoft.com/office/drawing/2014/main" id="{6DB1577D-4E1C-AC47-D84F-5C2DA59EAEA9}"/>
              </a:ext>
            </a:extLst>
          </p:cNvPr>
          <p:cNvSpPr txBox="1"/>
          <p:nvPr/>
        </p:nvSpPr>
        <p:spPr>
          <a:xfrm>
            <a:off x="1491169" y="4829742"/>
            <a:ext cx="755335" cy="400110"/>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000" dirty="0"/>
              <a:t>MSD</a:t>
            </a:r>
            <a:endParaRPr lang="vi-VN" sz="2000" dirty="0"/>
          </a:p>
        </p:txBody>
      </p:sp>
      <p:sp>
        <p:nvSpPr>
          <p:cNvPr id="16" name="TextBox 15">
            <a:extLst>
              <a:ext uri="{FF2B5EF4-FFF2-40B4-BE49-F238E27FC236}">
                <a16:creationId xmlns:a16="http://schemas.microsoft.com/office/drawing/2014/main" id="{A1CB76E0-E69D-1DB6-4993-267F7C92481D}"/>
              </a:ext>
            </a:extLst>
          </p:cNvPr>
          <p:cNvSpPr txBox="1"/>
          <p:nvPr/>
        </p:nvSpPr>
        <p:spPr>
          <a:xfrm>
            <a:off x="9615224" y="4758576"/>
            <a:ext cx="684803" cy="400110"/>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000" dirty="0"/>
              <a:t>LSD</a:t>
            </a:r>
            <a:endParaRPr lang="vi-VN" sz="2000" dirty="0"/>
          </a:p>
        </p:txBody>
      </p:sp>
      <p:sp>
        <p:nvSpPr>
          <p:cNvPr id="17" name="TextBox 16">
            <a:extLst>
              <a:ext uri="{FF2B5EF4-FFF2-40B4-BE49-F238E27FC236}">
                <a16:creationId xmlns:a16="http://schemas.microsoft.com/office/drawing/2014/main" id="{D27F7D0F-8B81-4F59-3FB7-75B3B7B8271F}"/>
              </a:ext>
            </a:extLst>
          </p:cNvPr>
          <p:cNvSpPr txBox="1"/>
          <p:nvPr/>
        </p:nvSpPr>
        <p:spPr>
          <a:xfrm>
            <a:off x="8537544" y="5852943"/>
            <a:ext cx="3291286" cy="707886"/>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000" dirty="0"/>
              <a:t>MSD: Most Significant Digit</a:t>
            </a:r>
          </a:p>
          <a:p>
            <a:r>
              <a:rPr lang="en-US" sz="2000" dirty="0"/>
              <a:t>LSD: Least Significant Digit</a:t>
            </a:r>
            <a:endParaRPr lang="vi-VN" sz="2000" dirty="0"/>
          </a:p>
        </p:txBody>
      </p:sp>
    </p:spTree>
    <p:extLst>
      <p:ext uri="{BB962C8B-B14F-4D97-AF65-F5344CB8AC3E}">
        <p14:creationId xmlns:p14="http://schemas.microsoft.com/office/powerpoint/2010/main" val="1826058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DA56C-E0D6-4C8A-694F-4C5AD2B460D7}"/>
              </a:ext>
            </a:extLst>
          </p:cNvPr>
          <p:cNvSpPr>
            <a:spLocks noGrp="1"/>
          </p:cNvSpPr>
          <p:nvPr>
            <p:ph type="title"/>
          </p:nvPr>
        </p:nvSpPr>
        <p:spPr/>
        <p:txBody>
          <a:bodyPr>
            <a:normAutofit fontScale="90000"/>
          </a:bodyPr>
          <a:lstStyle/>
          <a:p>
            <a:r>
              <a:rPr lang="en-US"/>
              <a:t>Bài tập tính giá trị thập phân</a:t>
            </a:r>
          </a:p>
        </p:txBody>
      </p:sp>
      <p:sp>
        <p:nvSpPr>
          <p:cNvPr id="3" name="Content Placeholder 2">
            <a:extLst>
              <a:ext uri="{FF2B5EF4-FFF2-40B4-BE49-F238E27FC236}">
                <a16:creationId xmlns:a16="http://schemas.microsoft.com/office/drawing/2014/main" id="{86AA01E9-2131-53B8-6990-EB7F08D83E19}"/>
              </a:ext>
            </a:extLst>
          </p:cNvPr>
          <p:cNvSpPr>
            <a:spLocks noGrp="1"/>
          </p:cNvSpPr>
          <p:nvPr>
            <p:ph idx="1"/>
          </p:nvPr>
        </p:nvSpPr>
        <p:spPr/>
        <p:txBody>
          <a:bodyPr/>
          <a:lstStyle/>
          <a:p>
            <a:r>
              <a:rPr lang="en-US"/>
              <a:t>Số nhị phân: 1010101</a:t>
            </a:r>
          </a:p>
          <a:p>
            <a:endParaRPr lang="en-US"/>
          </a:p>
          <a:p>
            <a:endParaRPr lang="en-US"/>
          </a:p>
          <a:p>
            <a:endParaRPr lang="en-US"/>
          </a:p>
          <a:p>
            <a:r>
              <a:rPr lang="en-US"/>
              <a:t>Số thập lục phân: 0x3B7</a:t>
            </a:r>
          </a:p>
        </p:txBody>
      </p:sp>
      <p:sp>
        <p:nvSpPr>
          <p:cNvPr id="4" name="Footer Placeholder 3">
            <a:extLst>
              <a:ext uri="{FF2B5EF4-FFF2-40B4-BE49-F238E27FC236}">
                <a16:creationId xmlns:a16="http://schemas.microsoft.com/office/drawing/2014/main" id="{942C36FB-42B7-5CBF-9747-B82104277285}"/>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347049B8-3019-2C3B-6A85-6FB6C3AAEFD4}"/>
              </a:ext>
            </a:extLst>
          </p:cNvPr>
          <p:cNvSpPr>
            <a:spLocks noGrp="1"/>
          </p:cNvSpPr>
          <p:nvPr>
            <p:ph type="dt" sz="half" idx="13"/>
          </p:nvPr>
        </p:nvSpPr>
        <p:spPr/>
        <p:txBody>
          <a:bodyPr/>
          <a:lstStyle/>
          <a:p>
            <a:fld id="{46CDDB1B-AAE9-1649-A755-11FADEB7E97E}" type="datetime4">
              <a:rPr lang="en-US" smtClean="0"/>
              <a:t>December 5, 2024</a:t>
            </a:fld>
            <a:endParaRPr lang="en-VN"/>
          </a:p>
        </p:txBody>
      </p:sp>
      <p:sp>
        <p:nvSpPr>
          <p:cNvPr id="6" name="Slide Number Placeholder 5">
            <a:extLst>
              <a:ext uri="{FF2B5EF4-FFF2-40B4-BE49-F238E27FC236}">
                <a16:creationId xmlns:a16="http://schemas.microsoft.com/office/drawing/2014/main" id="{C7D6CE9B-3BE1-D217-6FBC-492575C673DD}"/>
              </a:ext>
            </a:extLst>
          </p:cNvPr>
          <p:cNvSpPr>
            <a:spLocks noGrp="1"/>
          </p:cNvSpPr>
          <p:nvPr>
            <p:ph type="sldNum" sz="quarter" idx="12"/>
          </p:nvPr>
        </p:nvSpPr>
        <p:spPr/>
        <p:txBody>
          <a:bodyPr/>
          <a:lstStyle/>
          <a:p>
            <a:fld id="{D8B0B3AC-44A8-D142-AAF6-9A453466E1A4}" type="slidenum">
              <a:rPr lang="en-VN" smtClean="0"/>
              <a:t>14</a:t>
            </a:fld>
            <a:endParaRPr lang="en-VN"/>
          </a:p>
        </p:txBody>
      </p:sp>
    </p:spTree>
    <p:extLst>
      <p:ext uri="{BB962C8B-B14F-4D97-AF65-F5344CB8AC3E}">
        <p14:creationId xmlns:p14="http://schemas.microsoft.com/office/powerpoint/2010/main" val="995878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8CA0-461D-6770-0447-D7BAEED9CF67}"/>
              </a:ext>
            </a:extLst>
          </p:cNvPr>
          <p:cNvSpPr>
            <a:spLocks noGrp="1"/>
          </p:cNvSpPr>
          <p:nvPr>
            <p:ph type="title"/>
          </p:nvPr>
        </p:nvSpPr>
        <p:spPr/>
        <p:txBody>
          <a:bodyPr>
            <a:normAutofit fontScale="90000"/>
          </a:bodyPr>
          <a:lstStyle/>
          <a:p>
            <a:r>
              <a:rPr lang="en-US" sz="4400" b="1" dirty="0" err="1"/>
              <a:t>Chuyển</a:t>
            </a:r>
            <a:r>
              <a:rPr lang="en-US" sz="4400" b="1" dirty="0"/>
              <a:t> </a:t>
            </a:r>
            <a:r>
              <a:rPr lang="en-US" sz="4400" b="1" dirty="0" err="1"/>
              <a:t>đổi</a:t>
            </a:r>
            <a:r>
              <a:rPr lang="en-US" sz="4400" b="1" dirty="0"/>
              <a:t> </a:t>
            </a:r>
            <a:r>
              <a:rPr lang="en-US" sz="4400" b="1" dirty="0" err="1"/>
              <a:t>giữa</a:t>
            </a:r>
            <a:r>
              <a:rPr lang="en-US" sz="4400" b="1" dirty="0"/>
              <a:t> </a:t>
            </a:r>
            <a:r>
              <a:rPr lang="en-US" sz="4400" b="1" dirty="0" err="1"/>
              <a:t>các</a:t>
            </a:r>
            <a:r>
              <a:rPr lang="en-US" sz="4400" b="1" dirty="0"/>
              <a:t> </a:t>
            </a:r>
            <a:r>
              <a:rPr lang="en-US" sz="4400" b="1" dirty="0" err="1"/>
              <a:t>hệ</a:t>
            </a:r>
            <a:r>
              <a:rPr lang="en-US" sz="4400" b="1" dirty="0"/>
              <a:t> </a:t>
            </a:r>
            <a:r>
              <a:rPr lang="en-US" sz="4400" b="1" dirty="0" err="1"/>
              <a:t>thống</a:t>
            </a:r>
            <a:r>
              <a:rPr lang="en-US" sz="4400" b="1" dirty="0"/>
              <a:t> </a:t>
            </a:r>
            <a:r>
              <a:rPr lang="en-US" sz="4400" b="1" dirty="0" err="1"/>
              <a:t>số</a:t>
            </a:r>
            <a:endParaRPr lang="en-VN"/>
          </a:p>
        </p:txBody>
      </p:sp>
      <p:sp>
        <p:nvSpPr>
          <p:cNvPr id="4" name="Footer Placeholder 3">
            <a:extLst>
              <a:ext uri="{FF2B5EF4-FFF2-40B4-BE49-F238E27FC236}">
                <a16:creationId xmlns:a16="http://schemas.microsoft.com/office/drawing/2014/main" id="{F54EFBAD-FF33-8259-5C91-D566DA9D72B1}"/>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BBB8E148-D457-2464-E3F8-05A390ECF368}"/>
              </a:ext>
            </a:extLst>
          </p:cNvPr>
          <p:cNvSpPr>
            <a:spLocks noGrp="1"/>
          </p:cNvSpPr>
          <p:nvPr>
            <p:ph type="sldNum" sz="quarter" idx="12"/>
          </p:nvPr>
        </p:nvSpPr>
        <p:spPr/>
        <p:txBody>
          <a:bodyPr/>
          <a:lstStyle/>
          <a:p>
            <a:fld id="{D8B0B3AC-44A8-D142-AAF6-9A453466E1A4}" type="slidenum">
              <a:rPr lang="en-VN" smtClean="0"/>
              <a:t>15</a:t>
            </a:fld>
            <a:endParaRPr lang="en-VN"/>
          </a:p>
        </p:txBody>
      </p:sp>
      <p:sp>
        <p:nvSpPr>
          <p:cNvPr id="8" name="Rounded Rectangle 7">
            <a:extLst>
              <a:ext uri="{FF2B5EF4-FFF2-40B4-BE49-F238E27FC236}">
                <a16:creationId xmlns:a16="http://schemas.microsoft.com/office/drawing/2014/main" id="{39294DA8-ACF3-7D78-CBC9-2F46290BA2E0}"/>
              </a:ext>
            </a:extLst>
          </p:cNvPr>
          <p:cNvSpPr/>
          <p:nvPr/>
        </p:nvSpPr>
        <p:spPr>
          <a:xfrm>
            <a:off x="5146876" y="1619875"/>
            <a:ext cx="1898248" cy="10301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Thập phân</a:t>
            </a:r>
          </a:p>
        </p:txBody>
      </p:sp>
      <p:sp>
        <p:nvSpPr>
          <p:cNvPr id="9" name="Rounded Rectangle 8">
            <a:extLst>
              <a:ext uri="{FF2B5EF4-FFF2-40B4-BE49-F238E27FC236}">
                <a16:creationId xmlns:a16="http://schemas.microsoft.com/office/drawing/2014/main" id="{DD46500E-249A-5576-93C8-6033EF6282D1}"/>
              </a:ext>
            </a:extLst>
          </p:cNvPr>
          <p:cNvSpPr/>
          <p:nvPr/>
        </p:nvSpPr>
        <p:spPr>
          <a:xfrm>
            <a:off x="1746100" y="4254293"/>
            <a:ext cx="1898248" cy="1030147"/>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Nhị phân</a:t>
            </a:r>
          </a:p>
        </p:txBody>
      </p:sp>
      <p:sp>
        <p:nvSpPr>
          <p:cNvPr id="10" name="Rounded Rectangle 9">
            <a:extLst>
              <a:ext uri="{FF2B5EF4-FFF2-40B4-BE49-F238E27FC236}">
                <a16:creationId xmlns:a16="http://schemas.microsoft.com/office/drawing/2014/main" id="{B8B89514-62CD-C1CB-DC66-0BE0F9A16881}"/>
              </a:ext>
            </a:extLst>
          </p:cNvPr>
          <p:cNvSpPr/>
          <p:nvPr/>
        </p:nvSpPr>
        <p:spPr>
          <a:xfrm>
            <a:off x="8547652" y="4254294"/>
            <a:ext cx="1898248" cy="1030147"/>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VN" dirty="0"/>
              <a:t>Thập lục phân</a:t>
            </a:r>
          </a:p>
        </p:txBody>
      </p:sp>
      <p:cxnSp>
        <p:nvCxnSpPr>
          <p:cNvPr id="11" name="Straight Arrow Connector 10">
            <a:extLst>
              <a:ext uri="{FF2B5EF4-FFF2-40B4-BE49-F238E27FC236}">
                <a16:creationId xmlns:a16="http://schemas.microsoft.com/office/drawing/2014/main" id="{B6E131D2-DA4D-8393-568A-49914E87D2BB}"/>
              </a:ext>
            </a:extLst>
          </p:cNvPr>
          <p:cNvCxnSpPr>
            <a:stCxn id="9" idx="0"/>
            <a:endCxn id="8" idx="1"/>
          </p:cNvCxnSpPr>
          <p:nvPr/>
        </p:nvCxnSpPr>
        <p:spPr>
          <a:xfrm flipV="1">
            <a:off x="2695224" y="2134949"/>
            <a:ext cx="2451652" cy="2119344"/>
          </a:xfrm>
          <a:prstGeom prst="straightConnector1">
            <a:avLst/>
          </a:prstGeom>
          <a:ln w="28575">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3BA7300-30CF-5DCB-2528-9297BC43EDAD}"/>
              </a:ext>
            </a:extLst>
          </p:cNvPr>
          <p:cNvCxnSpPr>
            <a:cxnSpLocks/>
            <a:stCxn id="10" idx="0"/>
          </p:cNvCxnSpPr>
          <p:nvPr/>
        </p:nvCxnSpPr>
        <p:spPr>
          <a:xfrm flipH="1" flipV="1">
            <a:off x="7020297" y="2164474"/>
            <a:ext cx="2476479" cy="2089820"/>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E6EDE1C-6460-685F-C770-D754D01099F2}"/>
              </a:ext>
            </a:extLst>
          </p:cNvPr>
          <p:cNvCxnSpPr>
            <a:cxnSpLocks/>
            <a:endCxn id="10" idx="1"/>
          </p:cNvCxnSpPr>
          <p:nvPr/>
        </p:nvCxnSpPr>
        <p:spPr>
          <a:xfrm flipV="1">
            <a:off x="3644348" y="4769368"/>
            <a:ext cx="4903304" cy="12088"/>
          </a:xfrm>
          <a:prstGeom prst="straightConnector1">
            <a:avLst/>
          </a:prstGeom>
          <a:ln w="28575">
            <a:solidFill>
              <a:srgbClr val="0070C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3403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BD089-20D0-01F2-39BE-E053B06EFD2C}"/>
              </a:ext>
            </a:extLst>
          </p:cNvPr>
          <p:cNvSpPr>
            <a:spLocks noGrp="1"/>
          </p:cNvSpPr>
          <p:nvPr>
            <p:ph type="title"/>
          </p:nvPr>
        </p:nvSpPr>
        <p:spPr/>
        <p:txBody>
          <a:bodyPr>
            <a:normAutofit fontScale="90000"/>
          </a:bodyPr>
          <a:lstStyle/>
          <a:p>
            <a:r>
              <a:rPr lang="en-US"/>
              <a:t>Bài tập chuyển đổi giữa các hệ cơ số</a:t>
            </a:r>
          </a:p>
        </p:txBody>
      </p:sp>
      <p:sp>
        <p:nvSpPr>
          <p:cNvPr id="4" name="Footer Placeholder 3">
            <a:extLst>
              <a:ext uri="{FF2B5EF4-FFF2-40B4-BE49-F238E27FC236}">
                <a16:creationId xmlns:a16="http://schemas.microsoft.com/office/drawing/2014/main" id="{239789CA-DBF3-CEF3-30F1-643F256DFCBA}"/>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8282D06C-A709-35CA-E1AB-C6C05B057C96}"/>
              </a:ext>
            </a:extLst>
          </p:cNvPr>
          <p:cNvSpPr>
            <a:spLocks noGrp="1"/>
          </p:cNvSpPr>
          <p:nvPr>
            <p:ph type="dt" sz="half" idx="13"/>
          </p:nvPr>
        </p:nvSpPr>
        <p:spPr/>
        <p:txBody>
          <a:bodyPr/>
          <a:lstStyle/>
          <a:p>
            <a:fld id="{46CDDB1B-AAE9-1649-A755-11FADEB7E97E}" type="datetime4">
              <a:rPr lang="en-US" smtClean="0"/>
              <a:t>December 5, 2024</a:t>
            </a:fld>
            <a:endParaRPr lang="en-VN"/>
          </a:p>
        </p:txBody>
      </p:sp>
      <p:sp>
        <p:nvSpPr>
          <p:cNvPr id="6" name="Slide Number Placeholder 5">
            <a:extLst>
              <a:ext uri="{FF2B5EF4-FFF2-40B4-BE49-F238E27FC236}">
                <a16:creationId xmlns:a16="http://schemas.microsoft.com/office/drawing/2014/main" id="{8FA8084D-D37D-FCF0-0F10-045BB7DAB4B6}"/>
              </a:ext>
            </a:extLst>
          </p:cNvPr>
          <p:cNvSpPr>
            <a:spLocks noGrp="1"/>
          </p:cNvSpPr>
          <p:nvPr>
            <p:ph type="sldNum" sz="quarter" idx="12"/>
          </p:nvPr>
        </p:nvSpPr>
        <p:spPr/>
        <p:txBody>
          <a:bodyPr/>
          <a:lstStyle/>
          <a:p>
            <a:fld id="{D8B0B3AC-44A8-D142-AAF6-9A453466E1A4}" type="slidenum">
              <a:rPr lang="en-VN" smtClean="0"/>
              <a:t>16</a:t>
            </a:fld>
            <a:endParaRPr lang="en-VN"/>
          </a:p>
        </p:txBody>
      </p:sp>
      <p:graphicFrame>
        <p:nvGraphicFramePr>
          <p:cNvPr id="7" name="Table 6">
            <a:extLst>
              <a:ext uri="{FF2B5EF4-FFF2-40B4-BE49-F238E27FC236}">
                <a16:creationId xmlns:a16="http://schemas.microsoft.com/office/drawing/2014/main" id="{AAED73AC-60DB-7A25-38A7-88A9BD56A022}"/>
              </a:ext>
            </a:extLst>
          </p:cNvPr>
          <p:cNvGraphicFramePr>
            <a:graphicFrameLocks noGrp="1"/>
          </p:cNvGraphicFramePr>
          <p:nvPr>
            <p:extLst>
              <p:ext uri="{D42A27DB-BD31-4B8C-83A1-F6EECF244321}">
                <p14:modId xmlns:p14="http://schemas.microsoft.com/office/powerpoint/2010/main" val="2380715684"/>
              </p:ext>
            </p:extLst>
          </p:nvPr>
        </p:nvGraphicFramePr>
        <p:xfrm>
          <a:off x="1530349" y="2569360"/>
          <a:ext cx="9131301" cy="2564416"/>
        </p:xfrm>
        <a:graphic>
          <a:graphicData uri="http://schemas.openxmlformats.org/drawingml/2006/table">
            <a:tbl>
              <a:tblPr firstRow="1" bandRow="1">
                <a:tableStyleId>{5940675A-B579-460E-94D1-54222C63F5DA}</a:tableStyleId>
              </a:tblPr>
              <a:tblGrid>
                <a:gridCol w="2303259">
                  <a:extLst>
                    <a:ext uri="{9D8B030D-6E8A-4147-A177-3AD203B41FA5}">
                      <a16:colId xmlns:a16="http://schemas.microsoft.com/office/drawing/2014/main" val="20000"/>
                    </a:ext>
                  </a:extLst>
                </a:gridCol>
                <a:gridCol w="3978356">
                  <a:extLst>
                    <a:ext uri="{9D8B030D-6E8A-4147-A177-3AD203B41FA5}">
                      <a16:colId xmlns:a16="http://schemas.microsoft.com/office/drawing/2014/main" val="20001"/>
                    </a:ext>
                  </a:extLst>
                </a:gridCol>
                <a:gridCol w="2849686">
                  <a:extLst>
                    <a:ext uri="{9D8B030D-6E8A-4147-A177-3AD203B41FA5}">
                      <a16:colId xmlns:a16="http://schemas.microsoft.com/office/drawing/2014/main" val="20003"/>
                    </a:ext>
                  </a:extLst>
                </a:gridCol>
              </a:tblGrid>
              <a:tr h="641104">
                <a:tc>
                  <a:txBody>
                    <a:bodyPr/>
                    <a:lstStyle/>
                    <a:p>
                      <a:pPr algn="ctr"/>
                      <a:r>
                        <a:rPr lang="en-US" sz="2800" dirty="0">
                          <a:solidFill>
                            <a:schemeClr val="bg1"/>
                          </a:solidFill>
                          <a:latin typeface="Times New Roman" pitchFamily="18" charset="0"/>
                          <a:cs typeface="Times New Roman" pitchFamily="18" charset="0"/>
                        </a:rPr>
                        <a:t>Decimal</a:t>
                      </a:r>
                    </a:p>
                  </a:txBody>
                  <a:tcPr>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2800" dirty="0">
                          <a:solidFill>
                            <a:schemeClr val="bg1"/>
                          </a:solidFill>
                          <a:latin typeface="Times New Roman" pitchFamily="18" charset="0"/>
                          <a:cs typeface="Times New Roman" pitchFamily="18" charset="0"/>
                        </a:rPr>
                        <a:t>Binary</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tx1"/>
                    </a:solidFill>
                  </a:tcPr>
                </a:tc>
                <a:tc>
                  <a:txBody>
                    <a:bodyPr/>
                    <a:lstStyle/>
                    <a:p>
                      <a:pPr algn="ctr"/>
                      <a:r>
                        <a:rPr lang="en-US" sz="2800" dirty="0">
                          <a:solidFill>
                            <a:schemeClr val="bg1"/>
                          </a:solidFill>
                          <a:latin typeface="Times New Roman" pitchFamily="18" charset="0"/>
                          <a:cs typeface="Times New Roman" pitchFamily="18" charset="0"/>
                        </a:rPr>
                        <a:t>Hexadecimal</a:t>
                      </a:r>
                    </a:p>
                  </a:txBody>
                  <a:tcPr>
                    <a:lnL w="12700" cap="flat" cmpd="sng" algn="ctr">
                      <a:solidFill>
                        <a:schemeClr val="bg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641104">
                <a:tc>
                  <a:txBody>
                    <a:bodyPr/>
                    <a:lstStyle/>
                    <a:p>
                      <a:pPr algn="ctr"/>
                      <a:r>
                        <a:rPr lang="en-US" sz="2800" b="0" cap="none" spc="0" baseline="0">
                          <a:ln>
                            <a:noFill/>
                          </a:ln>
                          <a:solidFill>
                            <a:schemeClr val="tx1"/>
                          </a:solidFill>
                          <a:effectLst/>
                          <a:latin typeface="Times New Roman" pitchFamily="18" charset="0"/>
                          <a:cs typeface="Times New Roman" pitchFamily="18" charset="0"/>
                        </a:rPr>
                        <a:t>57</a:t>
                      </a:r>
                      <a:endParaRPr lang="en-US" sz="2800" b="0" cap="none" spc="0" baseline="0" dirty="0">
                        <a:ln>
                          <a:noFill/>
                        </a:ln>
                        <a:solidFill>
                          <a:schemeClr val="tx1"/>
                        </a:solidFill>
                        <a:effectLst/>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en-US" sz="2800" b="0" cap="none" spc="0" baseline="0" dirty="0">
                        <a:ln>
                          <a:noFill/>
                        </a:ln>
                        <a:solidFill>
                          <a:schemeClr val="tx1"/>
                        </a:solidFill>
                        <a:effectLst/>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b="0" cap="none" spc="0" baseline="0" dirty="0">
                        <a:ln>
                          <a:noFill/>
                        </a:ln>
                        <a:solidFill>
                          <a:schemeClr val="tx1"/>
                        </a:solidFill>
                        <a:effectLst/>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41104">
                <a:tc>
                  <a:txBody>
                    <a:bodyPr/>
                    <a:lstStyle/>
                    <a:p>
                      <a:pPr algn="ctr"/>
                      <a:endParaRPr lang="en-US" sz="2800" b="0" cap="none" spc="0" baseline="0" dirty="0">
                        <a:ln>
                          <a:noFill/>
                        </a:ln>
                        <a:solidFill>
                          <a:srgbClr val="FF0000"/>
                        </a:solidFill>
                        <a:effectLst/>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cap="none" spc="0" baseline="0">
                          <a:ln>
                            <a:noFill/>
                          </a:ln>
                          <a:solidFill>
                            <a:schemeClr val="tx1"/>
                          </a:solidFill>
                          <a:effectLst/>
                          <a:latin typeface="Times New Roman" pitchFamily="18" charset="0"/>
                          <a:cs typeface="Times New Roman" pitchFamily="18" charset="0"/>
                        </a:rPr>
                        <a:t>101110101101</a:t>
                      </a:r>
                      <a:endParaRPr lang="en-US" sz="2800" b="0" cap="none" spc="0" baseline="0" dirty="0">
                        <a:ln>
                          <a:noFill/>
                        </a:ln>
                        <a:solidFill>
                          <a:schemeClr val="tx1"/>
                        </a:solidFill>
                        <a:effectLst/>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ctr"/>
                      <a:endParaRPr lang="en-US" sz="2800" b="0" cap="none" spc="0" baseline="0" dirty="0">
                        <a:ln>
                          <a:noFill/>
                        </a:ln>
                        <a:solidFill>
                          <a:schemeClr val="tx1"/>
                        </a:solidFill>
                        <a:effectLst/>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41104">
                <a:tc>
                  <a:txBody>
                    <a:bodyPr/>
                    <a:lstStyle/>
                    <a:p>
                      <a:pPr algn="ctr"/>
                      <a:endParaRPr lang="en-US" sz="2800" b="0" cap="none" spc="0" baseline="0" dirty="0">
                        <a:ln>
                          <a:noFill/>
                        </a:ln>
                        <a:solidFill>
                          <a:srgbClr val="FF0000"/>
                        </a:solidFill>
                        <a:effectLst/>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2800" b="0" cap="none" spc="0" baseline="0" dirty="0">
                        <a:ln>
                          <a:noFill/>
                        </a:ln>
                        <a:solidFill>
                          <a:schemeClr val="tx1"/>
                        </a:solidFill>
                        <a:effectLst/>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2800" b="0" cap="none" spc="0" baseline="0">
                          <a:ln>
                            <a:noFill/>
                          </a:ln>
                          <a:solidFill>
                            <a:schemeClr val="tx1"/>
                          </a:solidFill>
                          <a:effectLst/>
                          <a:latin typeface="Times New Roman" pitchFamily="18" charset="0"/>
                          <a:cs typeface="Times New Roman" pitchFamily="18" charset="0"/>
                        </a:rPr>
                        <a:t>0xA1D</a:t>
                      </a:r>
                      <a:endParaRPr lang="en-US" sz="2800" b="0" cap="none" spc="0" baseline="0" dirty="0">
                        <a:ln>
                          <a:noFill/>
                        </a:ln>
                        <a:solidFill>
                          <a:schemeClr val="tx1"/>
                        </a:solidFill>
                        <a:effectLst/>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80556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8CA0-461D-6770-0447-D7BAEED9CF67}"/>
              </a:ext>
            </a:extLst>
          </p:cNvPr>
          <p:cNvSpPr>
            <a:spLocks noGrp="1"/>
          </p:cNvSpPr>
          <p:nvPr>
            <p:ph type="title"/>
          </p:nvPr>
        </p:nvSpPr>
        <p:spPr/>
        <p:txBody>
          <a:bodyPr>
            <a:normAutofit fontScale="90000"/>
          </a:bodyPr>
          <a:lstStyle/>
          <a:p>
            <a:r>
              <a:rPr lang="en-US" sz="4400" b="1" dirty="0" err="1"/>
              <a:t>Các</a:t>
            </a:r>
            <a:r>
              <a:rPr lang="en-US" sz="4400" b="1" dirty="0"/>
              <a:t> </a:t>
            </a:r>
            <a:r>
              <a:rPr lang="en-US" sz="4400" b="1" dirty="0" err="1"/>
              <a:t>phép</a:t>
            </a:r>
            <a:r>
              <a:rPr lang="en-US" sz="4400" b="1" dirty="0"/>
              <a:t> </a:t>
            </a:r>
            <a:r>
              <a:rPr lang="en-US" sz="4400" b="1" dirty="0" err="1"/>
              <a:t>toán</a:t>
            </a:r>
            <a:r>
              <a:rPr lang="en-US" sz="4400" b="1" dirty="0"/>
              <a:t> </a:t>
            </a:r>
            <a:r>
              <a:rPr lang="en-US" sz="4400" b="1" dirty="0" err="1"/>
              <a:t>trong</a:t>
            </a:r>
            <a:r>
              <a:rPr lang="en-US" sz="4400" b="1" dirty="0"/>
              <a:t> </a:t>
            </a:r>
            <a:r>
              <a:rPr lang="en-US" sz="4400" b="1" dirty="0" err="1"/>
              <a:t>hệ</a:t>
            </a:r>
            <a:r>
              <a:rPr lang="en-US" sz="4400" b="1" dirty="0"/>
              <a:t> </a:t>
            </a:r>
            <a:r>
              <a:rPr lang="en-US" sz="4400" b="1" dirty="0" err="1"/>
              <a:t>nhị</a:t>
            </a:r>
            <a:r>
              <a:rPr lang="en-US" sz="4400" b="1" dirty="0"/>
              <a:t> </a:t>
            </a:r>
            <a:r>
              <a:rPr lang="en-US" sz="4400" b="1" dirty="0" err="1"/>
              <a:t>phân</a:t>
            </a:r>
            <a:endParaRPr lang="en-VN"/>
          </a:p>
        </p:txBody>
      </p:sp>
      <p:sp>
        <p:nvSpPr>
          <p:cNvPr id="3" name="Content Placeholder 2">
            <a:extLst>
              <a:ext uri="{FF2B5EF4-FFF2-40B4-BE49-F238E27FC236}">
                <a16:creationId xmlns:a16="http://schemas.microsoft.com/office/drawing/2014/main" id="{E1853DAE-4E28-8E1B-E6FB-04C62C1C750D}"/>
              </a:ext>
            </a:extLst>
          </p:cNvPr>
          <p:cNvSpPr>
            <a:spLocks noGrp="1"/>
          </p:cNvSpPr>
          <p:nvPr>
            <p:ph idx="1"/>
          </p:nvPr>
        </p:nvSpPr>
        <p:spPr/>
        <p:txBody>
          <a:bodyPr>
            <a:normAutofit/>
          </a:bodyPr>
          <a:lstStyle/>
          <a:p>
            <a:pPr>
              <a:lnSpc>
                <a:spcPct val="150000"/>
              </a:lnSpc>
            </a:pPr>
            <a:r>
              <a:rPr lang="en-US"/>
              <a:t>Phép cộng</a:t>
            </a:r>
          </a:p>
          <a:p>
            <a:pPr>
              <a:lnSpc>
                <a:spcPct val="150000"/>
              </a:lnSpc>
            </a:pPr>
            <a:r>
              <a:rPr lang="en-US"/>
              <a:t>Phép trừ</a:t>
            </a:r>
          </a:p>
          <a:p>
            <a:pPr>
              <a:lnSpc>
                <a:spcPct val="150000"/>
              </a:lnSpc>
            </a:pPr>
            <a:r>
              <a:rPr lang="en-US"/>
              <a:t>Phép nhân</a:t>
            </a:r>
          </a:p>
          <a:p>
            <a:pPr>
              <a:lnSpc>
                <a:spcPct val="150000"/>
              </a:lnSpc>
            </a:pPr>
            <a:r>
              <a:rPr lang="en-US"/>
              <a:t>Phép chia</a:t>
            </a:r>
          </a:p>
          <a:p>
            <a:endParaRPr lang="en-VN"/>
          </a:p>
        </p:txBody>
      </p:sp>
      <p:sp>
        <p:nvSpPr>
          <p:cNvPr id="4" name="Footer Placeholder 3">
            <a:extLst>
              <a:ext uri="{FF2B5EF4-FFF2-40B4-BE49-F238E27FC236}">
                <a16:creationId xmlns:a16="http://schemas.microsoft.com/office/drawing/2014/main" id="{F54EFBAD-FF33-8259-5C91-D566DA9D72B1}"/>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BBB8E148-D457-2464-E3F8-05A390ECF368}"/>
              </a:ext>
            </a:extLst>
          </p:cNvPr>
          <p:cNvSpPr>
            <a:spLocks noGrp="1"/>
          </p:cNvSpPr>
          <p:nvPr>
            <p:ph type="sldNum" sz="quarter" idx="12"/>
          </p:nvPr>
        </p:nvSpPr>
        <p:spPr/>
        <p:txBody>
          <a:bodyPr/>
          <a:lstStyle/>
          <a:p>
            <a:fld id="{D8B0B3AC-44A8-D142-AAF6-9A453466E1A4}" type="slidenum">
              <a:rPr lang="en-VN" smtClean="0"/>
              <a:t>17</a:t>
            </a:fld>
            <a:endParaRPr lang="en-VN"/>
          </a:p>
        </p:txBody>
      </p:sp>
    </p:spTree>
    <p:extLst>
      <p:ext uri="{BB962C8B-B14F-4D97-AF65-F5344CB8AC3E}">
        <p14:creationId xmlns:p14="http://schemas.microsoft.com/office/powerpoint/2010/main" val="3659279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49BFD-39A6-F920-62BA-0EE7537184F4}"/>
              </a:ext>
            </a:extLst>
          </p:cNvPr>
          <p:cNvSpPr>
            <a:spLocks noGrp="1"/>
          </p:cNvSpPr>
          <p:nvPr>
            <p:ph type="title"/>
          </p:nvPr>
        </p:nvSpPr>
        <p:spPr/>
        <p:txBody>
          <a:bodyPr>
            <a:normAutofit fontScale="90000"/>
          </a:bodyPr>
          <a:lstStyle/>
          <a:p>
            <a:r>
              <a:rPr lang="en-US"/>
              <a:t>Bài tập phép cộng, phép trừ</a:t>
            </a:r>
          </a:p>
        </p:txBody>
      </p:sp>
      <p:sp>
        <p:nvSpPr>
          <p:cNvPr id="3" name="Content Placeholder 2">
            <a:extLst>
              <a:ext uri="{FF2B5EF4-FFF2-40B4-BE49-F238E27FC236}">
                <a16:creationId xmlns:a16="http://schemas.microsoft.com/office/drawing/2014/main" id="{C45049F4-5C69-4F3C-B49E-593F391AFED0}"/>
              </a:ext>
            </a:extLst>
          </p:cNvPr>
          <p:cNvSpPr>
            <a:spLocks noGrp="1"/>
          </p:cNvSpPr>
          <p:nvPr>
            <p:ph idx="1"/>
          </p:nvPr>
        </p:nvSpPr>
        <p:spPr/>
        <p:txBody>
          <a:bodyPr/>
          <a:lstStyle/>
          <a:p>
            <a:r>
              <a:rPr lang="en-US"/>
              <a:t>001011 + 011010</a:t>
            </a:r>
          </a:p>
          <a:p>
            <a:endParaRPr lang="en-US"/>
          </a:p>
          <a:p>
            <a:endParaRPr lang="en-US"/>
          </a:p>
          <a:p>
            <a:r>
              <a:rPr lang="en-US"/>
              <a:t>010110 - 010011</a:t>
            </a:r>
          </a:p>
          <a:p>
            <a:pPr marL="0" indent="0">
              <a:buNone/>
            </a:pPr>
            <a:endParaRPr lang="en-US"/>
          </a:p>
        </p:txBody>
      </p:sp>
      <p:sp>
        <p:nvSpPr>
          <p:cNvPr id="4" name="Footer Placeholder 3">
            <a:extLst>
              <a:ext uri="{FF2B5EF4-FFF2-40B4-BE49-F238E27FC236}">
                <a16:creationId xmlns:a16="http://schemas.microsoft.com/office/drawing/2014/main" id="{BE1A6963-06AC-737B-66BE-468DEEBA96C5}"/>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FBE03935-F11D-0DD5-6776-8F9F7609E031}"/>
              </a:ext>
            </a:extLst>
          </p:cNvPr>
          <p:cNvSpPr>
            <a:spLocks noGrp="1"/>
          </p:cNvSpPr>
          <p:nvPr>
            <p:ph type="dt" sz="half" idx="13"/>
          </p:nvPr>
        </p:nvSpPr>
        <p:spPr/>
        <p:txBody>
          <a:bodyPr/>
          <a:lstStyle/>
          <a:p>
            <a:fld id="{46CDDB1B-AAE9-1649-A755-11FADEB7E97E}" type="datetime4">
              <a:rPr lang="en-US" smtClean="0"/>
              <a:t>December 5, 2024</a:t>
            </a:fld>
            <a:endParaRPr lang="en-VN"/>
          </a:p>
        </p:txBody>
      </p:sp>
      <p:sp>
        <p:nvSpPr>
          <p:cNvPr id="6" name="Slide Number Placeholder 5">
            <a:extLst>
              <a:ext uri="{FF2B5EF4-FFF2-40B4-BE49-F238E27FC236}">
                <a16:creationId xmlns:a16="http://schemas.microsoft.com/office/drawing/2014/main" id="{16BDA192-1CC2-3951-D283-F9E6CFAB4904}"/>
              </a:ext>
            </a:extLst>
          </p:cNvPr>
          <p:cNvSpPr>
            <a:spLocks noGrp="1"/>
          </p:cNvSpPr>
          <p:nvPr>
            <p:ph type="sldNum" sz="quarter" idx="12"/>
          </p:nvPr>
        </p:nvSpPr>
        <p:spPr/>
        <p:txBody>
          <a:bodyPr/>
          <a:lstStyle/>
          <a:p>
            <a:fld id="{D8B0B3AC-44A8-D142-AAF6-9A453466E1A4}" type="slidenum">
              <a:rPr lang="en-VN" smtClean="0"/>
              <a:t>18</a:t>
            </a:fld>
            <a:endParaRPr lang="en-VN"/>
          </a:p>
        </p:txBody>
      </p:sp>
    </p:spTree>
    <p:extLst>
      <p:ext uri="{BB962C8B-B14F-4D97-AF65-F5344CB8AC3E}">
        <p14:creationId xmlns:p14="http://schemas.microsoft.com/office/powerpoint/2010/main" val="4581866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8CA0-461D-6770-0447-D7BAEED9CF67}"/>
              </a:ext>
            </a:extLst>
          </p:cNvPr>
          <p:cNvSpPr>
            <a:spLocks noGrp="1"/>
          </p:cNvSpPr>
          <p:nvPr>
            <p:ph type="title"/>
          </p:nvPr>
        </p:nvSpPr>
        <p:spPr/>
        <p:txBody>
          <a:bodyPr>
            <a:normAutofit fontScale="90000"/>
          </a:bodyPr>
          <a:lstStyle/>
          <a:p>
            <a:pPr>
              <a:spcAft>
                <a:spcPts val="3600"/>
              </a:spcAft>
            </a:pPr>
            <a:r>
              <a:rPr lang="en-US" sz="4400" b="1" dirty="0" err="1"/>
              <a:t>Biểu</a:t>
            </a:r>
            <a:r>
              <a:rPr lang="en-US" sz="4400" b="1" dirty="0"/>
              <a:t> </a:t>
            </a:r>
            <a:r>
              <a:rPr lang="en-US" sz="4400" b="1" dirty="0" err="1"/>
              <a:t>diễn</a:t>
            </a:r>
            <a:r>
              <a:rPr lang="en-US" sz="4400" b="1" dirty="0"/>
              <a:t> </a:t>
            </a:r>
            <a:r>
              <a:rPr lang="en-US" sz="4400" b="1" dirty="0" err="1"/>
              <a:t>số</a:t>
            </a:r>
            <a:r>
              <a:rPr lang="en-US" sz="4400" b="1" dirty="0"/>
              <a:t> </a:t>
            </a:r>
            <a:r>
              <a:rPr lang="en-US" sz="4400" b="1" dirty="0" err="1"/>
              <a:t>có</a:t>
            </a:r>
            <a:r>
              <a:rPr lang="en-US" sz="4400" b="1" dirty="0"/>
              <a:t> </a:t>
            </a:r>
            <a:r>
              <a:rPr lang="en-US" sz="4400" b="1" dirty="0" err="1"/>
              <a:t>dấu</a:t>
            </a:r>
            <a:endParaRPr lang="en-US" sz="4400" b="1" dirty="0"/>
          </a:p>
        </p:txBody>
      </p:sp>
      <p:sp>
        <p:nvSpPr>
          <p:cNvPr id="3" name="Content Placeholder 2">
            <a:extLst>
              <a:ext uri="{FF2B5EF4-FFF2-40B4-BE49-F238E27FC236}">
                <a16:creationId xmlns:a16="http://schemas.microsoft.com/office/drawing/2014/main" id="{E1853DAE-4E28-8E1B-E6FB-04C62C1C750D}"/>
              </a:ext>
            </a:extLst>
          </p:cNvPr>
          <p:cNvSpPr>
            <a:spLocks noGrp="1"/>
          </p:cNvSpPr>
          <p:nvPr>
            <p:ph idx="1"/>
          </p:nvPr>
        </p:nvSpPr>
        <p:spPr/>
        <p:txBody>
          <a:bodyPr>
            <a:normAutofit/>
          </a:bodyPr>
          <a:lstStyle/>
          <a:p>
            <a:pPr marL="228600" lvl="1">
              <a:spcBef>
                <a:spcPct val="0"/>
              </a:spcBef>
            </a:pPr>
            <a:r>
              <a:rPr lang="en-US" sz="2800"/>
              <a:t>Dạng số “dấu và độ lớn”</a:t>
            </a:r>
          </a:p>
          <a:p>
            <a:pPr marL="228600" lvl="1">
              <a:spcBef>
                <a:spcPct val="0"/>
              </a:spcBef>
            </a:pPr>
            <a:endParaRPr lang="en-US" sz="2800"/>
          </a:p>
          <a:p>
            <a:pPr marL="228600" lvl="1">
              <a:spcBef>
                <a:spcPct val="0"/>
              </a:spcBef>
            </a:pPr>
            <a:r>
              <a:rPr lang="en-US" sz="2800"/>
              <a:t>Dạng số “bù 1”</a:t>
            </a:r>
          </a:p>
          <a:p>
            <a:pPr marL="228600" lvl="1">
              <a:spcBef>
                <a:spcPct val="0"/>
              </a:spcBef>
            </a:pPr>
            <a:endParaRPr lang="en-US" sz="2800"/>
          </a:p>
          <a:p>
            <a:pPr marL="228600" lvl="1">
              <a:spcBef>
                <a:spcPct val="0"/>
              </a:spcBef>
            </a:pPr>
            <a:r>
              <a:rPr lang="en-US" sz="2800"/>
              <a:t>Dạng số “bù 2”</a:t>
            </a:r>
            <a:endParaRPr lang="en-US" sz="2800" dirty="0"/>
          </a:p>
          <a:p>
            <a:endParaRPr lang="en-VN"/>
          </a:p>
        </p:txBody>
      </p:sp>
      <p:sp>
        <p:nvSpPr>
          <p:cNvPr id="4" name="Footer Placeholder 3">
            <a:extLst>
              <a:ext uri="{FF2B5EF4-FFF2-40B4-BE49-F238E27FC236}">
                <a16:creationId xmlns:a16="http://schemas.microsoft.com/office/drawing/2014/main" id="{F54EFBAD-FF33-8259-5C91-D566DA9D72B1}"/>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BBB8E148-D457-2464-E3F8-05A390ECF368}"/>
              </a:ext>
            </a:extLst>
          </p:cNvPr>
          <p:cNvSpPr>
            <a:spLocks noGrp="1"/>
          </p:cNvSpPr>
          <p:nvPr>
            <p:ph type="sldNum" sz="quarter" idx="12"/>
          </p:nvPr>
        </p:nvSpPr>
        <p:spPr/>
        <p:txBody>
          <a:bodyPr/>
          <a:lstStyle/>
          <a:p>
            <a:fld id="{D8B0B3AC-44A8-D142-AAF6-9A453466E1A4}" type="slidenum">
              <a:rPr lang="en-VN" smtClean="0"/>
              <a:t>19</a:t>
            </a:fld>
            <a:endParaRPr lang="en-VN"/>
          </a:p>
        </p:txBody>
      </p:sp>
    </p:spTree>
    <p:extLst>
      <p:ext uri="{BB962C8B-B14F-4D97-AF65-F5344CB8AC3E}">
        <p14:creationId xmlns:p14="http://schemas.microsoft.com/office/powerpoint/2010/main" val="380882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6CD7F-0DC1-934B-D3B6-9BEE476925EE}"/>
              </a:ext>
            </a:extLst>
          </p:cNvPr>
          <p:cNvSpPr>
            <a:spLocks noGrp="1"/>
          </p:cNvSpPr>
          <p:nvPr>
            <p:ph type="title"/>
          </p:nvPr>
        </p:nvSpPr>
        <p:spPr/>
        <p:txBody>
          <a:bodyPr>
            <a:normAutofit fontScale="90000"/>
          </a:bodyPr>
          <a:lstStyle/>
          <a:p>
            <a:r>
              <a:rPr lang="en-US"/>
              <a:t>Bài tập số bù 2</a:t>
            </a:r>
          </a:p>
        </p:txBody>
      </p:sp>
      <p:sp>
        <p:nvSpPr>
          <p:cNvPr id="3" name="Content Placeholder 2">
            <a:extLst>
              <a:ext uri="{FF2B5EF4-FFF2-40B4-BE49-F238E27FC236}">
                <a16:creationId xmlns:a16="http://schemas.microsoft.com/office/drawing/2014/main" id="{5EDD75C5-691F-81C3-3C8B-D481DEFBD3A8}"/>
              </a:ext>
            </a:extLst>
          </p:cNvPr>
          <p:cNvSpPr>
            <a:spLocks noGrp="1"/>
          </p:cNvSpPr>
          <p:nvPr>
            <p:ph idx="1"/>
          </p:nvPr>
        </p:nvSpPr>
        <p:spPr/>
        <p:txBody>
          <a:bodyPr/>
          <a:lstStyle/>
          <a:p>
            <a:r>
              <a:rPr lang="en-US"/>
              <a:t>Biểu diễn số -27 dưới dạng bù 2 6-bit</a:t>
            </a:r>
          </a:p>
          <a:p>
            <a:endParaRPr lang="en-US"/>
          </a:p>
          <a:p>
            <a:endParaRPr lang="en-US"/>
          </a:p>
          <a:p>
            <a:endParaRPr lang="en-US"/>
          </a:p>
          <a:p>
            <a:r>
              <a:rPr lang="en-US"/>
              <a:t>Số 101100 là biểu diễn dạng bù 2 của số bao nhiêu</a:t>
            </a:r>
          </a:p>
        </p:txBody>
      </p:sp>
      <p:sp>
        <p:nvSpPr>
          <p:cNvPr id="4" name="Footer Placeholder 3">
            <a:extLst>
              <a:ext uri="{FF2B5EF4-FFF2-40B4-BE49-F238E27FC236}">
                <a16:creationId xmlns:a16="http://schemas.microsoft.com/office/drawing/2014/main" id="{6DBDE769-A17D-EC5B-70EF-8273CA92CDFE}"/>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75C7E42C-AF50-9BDA-4397-908F9C10CEF0}"/>
              </a:ext>
            </a:extLst>
          </p:cNvPr>
          <p:cNvSpPr>
            <a:spLocks noGrp="1"/>
          </p:cNvSpPr>
          <p:nvPr>
            <p:ph type="dt" sz="half" idx="13"/>
          </p:nvPr>
        </p:nvSpPr>
        <p:spPr/>
        <p:txBody>
          <a:bodyPr/>
          <a:lstStyle/>
          <a:p>
            <a:fld id="{46CDDB1B-AAE9-1649-A755-11FADEB7E97E}" type="datetime4">
              <a:rPr lang="en-US" smtClean="0"/>
              <a:t>December 5, 2024</a:t>
            </a:fld>
            <a:endParaRPr lang="en-VN"/>
          </a:p>
        </p:txBody>
      </p:sp>
      <p:sp>
        <p:nvSpPr>
          <p:cNvPr id="6" name="Slide Number Placeholder 5">
            <a:extLst>
              <a:ext uri="{FF2B5EF4-FFF2-40B4-BE49-F238E27FC236}">
                <a16:creationId xmlns:a16="http://schemas.microsoft.com/office/drawing/2014/main" id="{E2D13A42-0530-E12B-60E6-20A6A0FADED8}"/>
              </a:ext>
            </a:extLst>
          </p:cNvPr>
          <p:cNvSpPr>
            <a:spLocks noGrp="1"/>
          </p:cNvSpPr>
          <p:nvPr>
            <p:ph type="sldNum" sz="quarter" idx="12"/>
          </p:nvPr>
        </p:nvSpPr>
        <p:spPr/>
        <p:txBody>
          <a:bodyPr/>
          <a:lstStyle/>
          <a:p>
            <a:fld id="{D8B0B3AC-44A8-D142-AAF6-9A453466E1A4}" type="slidenum">
              <a:rPr lang="en-VN" smtClean="0"/>
              <a:t>20</a:t>
            </a:fld>
            <a:endParaRPr lang="en-VN"/>
          </a:p>
        </p:txBody>
      </p:sp>
    </p:spTree>
    <p:extLst>
      <p:ext uri="{BB962C8B-B14F-4D97-AF65-F5344CB8AC3E}">
        <p14:creationId xmlns:p14="http://schemas.microsoft.com/office/powerpoint/2010/main" val="2857687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28CA0-461D-6770-0447-D7BAEED9CF67}"/>
              </a:ext>
            </a:extLst>
          </p:cNvPr>
          <p:cNvSpPr>
            <a:spLocks noGrp="1"/>
          </p:cNvSpPr>
          <p:nvPr>
            <p:ph type="title"/>
          </p:nvPr>
        </p:nvSpPr>
        <p:spPr/>
        <p:txBody>
          <a:bodyPr>
            <a:normAutofit fontScale="90000"/>
          </a:bodyPr>
          <a:lstStyle/>
          <a:p>
            <a:r>
              <a:rPr lang="en-US" sz="4400" b="1" dirty="0" err="1"/>
              <a:t>Các</a:t>
            </a:r>
            <a:r>
              <a:rPr lang="en-US" sz="4400" b="1" dirty="0"/>
              <a:t> </a:t>
            </a:r>
            <a:r>
              <a:rPr lang="en-US" sz="4400" b="1" dirty="0" err="1"/>
              <a:t>dạng</a:t>
            </a:r>
            <a:r>
              <a:rPr lang="en-US" sz="4400" b="1" dirty="0"/>
              <a:t> </a:t>
            </a:r>
            <a:r>
              <a:rPr lang="en-US" sz="4400" b="1" dirty="0" err="1"/>
              <a:t>biểu</a:t>
            </a:r>
            <a:r>
              <a:rPr lang="en-US" sz="4400" b="1" dirty="0"/>
              <a:t> </a:t>
            </a:r>
            <a:r>
              <a:rPr lang="en-US" sz="4400" b="1" dirty="0" err="1"/>
              <a:t>diễn</a:t>
            </a:r>
            <a:r>
              <a:rPr lang="en-US" sz="4400" b="1" dirty="0"/>
              <a:t> </a:t>
            </a:r>
            <a:r>
              <a:rPr lang="en-US" sz="4400" b="1" dirty="0" err="1"/>
              <a:t>thông</a:t>
            </a:r>
            <a:r>
              <a:rPr lang="en-US" sz="4400" b="1" dirty="0"/>
              <a:t> tin </a:t>
            </a:r>
            <a:r>
              <a:rPr lang="en-US" sz="4400" b="1" dirty="0" err="1"/>
              <a:t>khác</a:t>
            </a:r>
            <a:endParaRPr lang="en-VN"/>
          </a:p>
        </p:txBody>
      </p:sp>
      <p:sp>
        <p:nvSpPr>
          <p:cNvPr id="3" name="Content Placeholder 2">
            <a:extLst>
              <a:ext uri="{FF2B5EF4-FFF2-40B4-BE49-F238E27FC236}">
                <a16:creationId xmlns:a16="http://schemas.microsoft.com/office/drawing/2014/main" id="{E1853DAE-4E28-8E1B-E6FB-04C62C1C750D}"/>
              </a:ext>
            </a:extLst>
          </p:cNvPr>
          <p:cNvSpPr>
            <a:spLocks noGrp="1"/>
          </p:cNvSpPr>
          <p:nvPr>
            <p:ph idx="1"/>
          </p:nvPr>
        </p:nvSpPr>
        <p:spPr/>
        <p:txBody>
          <a:bodyPr>
            <a:normAutofit/>
          </a:bodyPr>
          <a:lstStyle/>
          <a:p>
            <a:pPr marL="304800" indent="-304800" eaLnBrk="1" hangingPunct="1">
              <a:lnSpc>
                <a:spcPct val="150000"/>
              </a:lnSpc>
              <a:spcBef>
                <a:spcPct val="0"/>
              </a:spcBef>
            </a:pPr>
            <a:r>
              <a:rPr lang="en-US" dirty="0" err="1"/>
              <a:t>Số</a:t>
            </a:r>
            <a:r>
              <a:rPr lang="en-US" dirty="0"/>
              <a:t> BCD</a:t>
            </a:r>
          </a:p>
          <a:p>
            <a:pPr marL="304800" indent="-304800" eaLnBrk="1" hangingPunct="1">
              <a:lnSpc>
                <a:spcPct val="150000"/>
              </a:lnSpc>
              <a:spcBef>
                <a:spcPct val="0"/>
              </a:spcBef>
            </a:pPr>
            <a:r>
              <a:rPr lang="en-US" dirty="0" err="1"/>
              <a:t>Số</a:t>
            </a:r>
            <a:r>
              <a:rPr lang="en-US" dirty="0"/>
              <a:t> </a:t>
            </a:r>
            <a:r>
              <a:rPr lang="en-US" dirty="0" err="1"/>
              <a:t>dấu</a:t>
            </a:r>
            <a:r>
              <a:rPr lang="en-US" dirty="0"/>
              <a:t> </a:t>
            </a:r>
            <a:r>
              <a:rPr lang="en-US" dirty="0" err="1"/>
              <a:t>chấm</a:t>
            </a:r>
            <a:r>
              <a:rPr lang="en-US" dirty="0"/>
              <a:t> </a:t>
            </a:r>
            <a:r>
              <a:rPr lang="en-US" dirty="0" err="1"/>
              <a:t>động</a:t>
            </a:r>
            <a:endParaRPr lang="en-US" dirty="0"/>
          </a:p>
          <a:p>
            <a:pPr marL="304800" indent="-304800" eaLnBrk="1" hangingPunct="1">
              <a:lnSpc>
                <a:spcPct val="150000"/>
              </a:lnSpc>
              <a:spcBef>
                <a:spcPct val="0"/>
              </a:spcBef>
            </a:pPr>
            <a:r>
              <a:rPr lang="en-US" dirty="0" err="1"/>
              <a:t>Mã</a:t>
            </a:r>
            <a:r>
              <a:rPr lang="en-US" dirty="0"/>
              <a:t> ASCII</a:t>
            </a:r>
          </a:p>
          <a:p>
            <a:endParaRPr lang="en-VN"/>
          </a:p>
        </p:txBody>
      </p:sp>
      <p:sp>
        <p:nvSpPr>
          <p:cNvPr id="4" name="Footer Placeholder 3">
            <a:extLst>
              <a:ext uri="{FF2B5EF4-FFF2-40B4-BE49-F238E27FC236}">
                <a16:creationId xmlns:a16="http://schemas.microsoft.com/office/drawing/2014/main" id="{F54EFBAD-FF33-8259-5C91-D566DA9D72B1}"/>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6" name="Slide Number Placeholder 5">
            <a:extLst>
              <a:ext uri="{FF2B5EF4-FFF2-40B4-BE49-F238E27FC236}">
                <a16:creationId xmlns:a16="http://schemas.microsoft.com/office/drawing/2014/main" id="{BBB8E148-D457-2464-E3F8-05A390ECF368}"/>
              </a:ext>
            </a:extLst>
          </p:cNvPr>
          <p:cNvSpPr>
            <a:spLocks noGrp="1"/>
          </p:cNvSpPr>
          <p:nvPr>
            <p:ph type="sldNum" sz="quarter" idx="12"/>
          </p:nvPr>
        </p:nvSpPr>
        <p:spPr/>
        <p:txBody>
          <a:bodyPr/>
          <a:lstStyle/>
          <a:p>
            <a:fld id="{D8B0B3AC-44A8-D142-AAF6-9A453466E1A4}" type="slidenum">
              <a:rPr lang="en-VN" smtClean="0"/>
              <a:t>21</a:t>
            </a:fld>
            <a:endParaRPr lang="en-VN"/>
          </a:p>
        </p:txBody>
      </p:sp>
    </p:spTree>
    <p:extLst>
      <p:ext uri="{BB962C8B-B14F-4D97-AF65-F5344CB8AC3E}">
        <p14:creationId xmlns:p14="http://schemas.microsoft.com/office/powerpoint/2010/main" val="2458957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7077E-7EDE-1C63-01C6-C25B6985F61E}"/>
              </a:ext>
            </a:extLst>
          </p:cNvPr>
          <p:cNvSpPr>
            <a:spLocks noGrp="1"/>
          </p:cNvSpPr>
          <p:nvPr>
            <p:ph type="title"/>
          </p:nvPr>
        </p:nvSpPr>
        <p:spPr/>
        <p:txBody>
          <a:bodyPr>
            <a:normAutofit fontScale="90000"/>
          </a:bodyPr>
          <a:lstStyle/>
          <a:p>
            <a:r>
              <a:rPr lang="en-US"/>
              <a:t>Bài tập số dấu chấm động</a:t>
            </a:r>
          </a:p>
        </p:txBody>
      </p:sp>
      <p:sp>
        <p:nvSpPr>
          <p:cNvPr id="3" name="Content Placeholder 2">
            <a:extLst>
              <a:ext uri="{FF2B5EF4-FFF2-40B4-BE49-F238E27FC236}">
                <a16:creationId xmlns:a16="http://schemas.microsoft.com/office/drawing/2014/main" id="{3E0ED1E8-19DD-7EA7-4848-7B7923826E87}"/>
              </a:ext>
            </a:extLst>
          </p:cNvPr>
          <p:cNvSpPr>
            <a:spLocks noGrp="1"/>
          </p:cNvSpPr>
          <p:nvPr>
            <p:ph idx="1"/>
          </p:nvPr>
        </p:nvSpPr>
        <p:spPr/>
        <p:txBody>
          <a:bodyPr/>
          <a:lstStyle/>
          <a:p>
            <a:r>
              <a:rPr lang="en-US"/>
              <a:t>Chuyển đổi số -12.5 sang dạng floating point 32 bit</a:t>
            </a:r>
          </a:p>
        </p:txBody>
      </p:sp>
      <p:sp>
        <p:nvSpPr>
          <p:cNvPr id="4" name="Footer Placeholder 3">
            <a:extLst>
              <a:ext uri="{FF2B5EF4-FFF2-40B4-BE49-F238E27FC236}">
                <a16:creationId xmlns:a16="http://schemas.microsoft.com/office/drawing/2014/main" id="{E24F36C3-06B8-D500-5DA0-CAC735FDE69F}"/>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D6D5B93B-E8C1-F054-FB4B-593FFC32B877}"/>
              </a:ext>
            </a:extLst>
          </p:cNvPr>
          <p:cNvSpPr>
            <a:spLocks noGrp="1"/>
          </p:cNvSpPr>
          <p:nvPr>
            <p:ph type="dt" sz="half" idx="13"/>
          </p:nvPr>
        </p:nvSpPr>
        <p:spPr/>
        <p:txBody>
          <a:bodyPr/>
          <a:lstStyle/>
          <a:p>
            <a:fld id="{46CDDB1B-AAE9-1649-A755-11FADEB7E97E}" type="datetime4">
              <a:rPr lang="en-US" smtClean="0"/>
              <a:t>December 5, 2024</a:t>
            </a:fld>
            <a:endParaRPr lang="en-VN"/>
          </a:p>
        </p:txBody>
      </p:sp>
      <p:sp>
        <p:nvSpPr>
          <p:cNvPr id="6" name="Slide Number Placeholder 5">
            <a:extLst>
              <a:ext uri="{FF2B5EF4-FFF2-40B4-BE49-F238E27FC236}">
                <a16:creationId xmlns:a16="http://schemas.microsoft.com/office/drawing/2014/main" id="{DCA75959-5C35-4F88-9465-D65A95B22D78}"/>
              </a:ext>
            </a:extLst>
          </p:cNvPr>
          <p:cNvSpPr>
            <a:spLocks noGrp="1"/>
          </p:cNvSpPr>
          <p:nvPr>
            <p:ph type="sldNum" sz="quarter" idx="12"/>
          </p:nvPr>
        </p:nvSpPr>
        <p:spPr/>
        <p:txBody>
          <a:bodyPr/>
          <a:lstStyle/>
          <a:p>
            <a:fld id="{D8B0B3AC-44A8-D142-AAF6-9A453466E1A4}" type="slidenum">
              <a:rPr lang="en-VN" smtClean="0"/>
              <a:t>22</a:t>
            </a:fld>
            <a:endParaRPr lang="en-VN"/>
          </a:p>
        </p:txBody>
      </p:sp>
    </p:spTree>
    <p:extLst>
      <p:ext uri="{BB962C8B-B14F-4D97-AF65-F5344CB8AC3E}">
        <p14:creationId xmlns:p14="http://schemas.microsoft.com/office/powerpoint/2010/main" val="40314133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23</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dirty="0" err="1"/>
              <a:t>3. </a:t>
            </a:r>
            <a:r>
              <a:rPr lang="vi-VN" dirty="0" err="1"/>
              <a:t>Đại số Boole</a:t>
            </a:r>
            <a:endParaRPr lang="en-US"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16006856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dirty="0" err="1"/>
              <a:t>3. </a:t>
            </a:r>
            <a:r>
              <a:rPr lang="vi-VN" dirty="0" err="1"/>
              <a:t>Đại số Boole</a:t>
            </a:r>
            <a:endParaRPr lang="en-US" b="1" dirty="0"/>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a:bodyPr>
          <a:lstStyle/>
          <a:p>
            <a:pPr>
              <a:lnSpc>
                <a:spcPct val="200000"/>
              </a:lnSpc>
            </a:pPr>
            <a:r>
              <a:rPr lang="vi-VN" dirty="0" err="1"/>
              <a:t>Đại số Boole</a:t>
            </a:r>
          </a:p>
          <a:p>
            <a:pPr>
              <a:lnSpc>
                <a:spcPct val="200000"/>
              </a:lnSpc>
            </a:pPr>
            <a:r>
              <a:rPr lang="vi-VN" dirty="0" err="1"/>
              <a:t>Cổng luận lý</a:t>
            </a:r>
          </a:p>
          <a:p>
            <a:pPr>
              <a:lnSpc>
                <a:spcPct val="200000"/>
              </a:lnSpc>
            </a:pPr>
            <a:r>
              <a:rPr lang="vi-VN" dirty="0" err="1"/>
              <a:t>Tối ưu luận lý</a:t>
            </a:r>
          </a:p>
          <a:p>
            <a:pPr>
              <a:lnSpc>
                <a:spcPct val="200000"/>
              </a:lnSpc>
            </a:pPr>
            <a:r>
              <a:rPr lang="vi-VN" dirty="0" err="1"/>
              <a:t>Phương pháp Karnaugh</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24</a:t>
            </a:fld>
            <a:endParaRPr lang="en-VN" dirty="0"/>
          </a:p>
        </p:txBody>
      </p:sp>
    </p:spTree>
    <p:extLst>
      <p:ext uri="{BB962C8B-B14F-4D97-AF65-F5344CB8AC3E}">
        <p14:creationId xmlns:p14="http://schemas.microsoft.com/office/powerpoint/2010/main" val="223855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pPr>
              <a:lnSpc>
                <a:spcPct val="90000"/>
              </a:lnSpc>
              <a:defRPr/>
            </a:pPr>
            <a:r>
              <a:rPr lang="en-US" dirty="0" err="1"/>
              <a:t>Đại số Boole</a:t>
            </a:r>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a:bodyPr>
          <a:lstStyle/>
          <a:p>
            <a:pPr>
              <a:lnSpc>
                <a:spcPct val="200000"/>
              </a:lnSpc>
            </a:pPr>
            <a:r>
              <a:rPr lang="vi-VN" dirty="0" err="1"/>
              <a:t>Định nghĩ – tiên đề</a:t>
            </a:r>
          </a:p>
          <a:p>
            <a:pPr>
              <a:lnSpc>
                <a:spcPct val="200000"/>
              </a:lnSpc>
            </a:pPr>
            <a:r>
              <a:rPr lang="vi-VN" dirty="0" err="1"/>
              <a:t>Định lý</a:t>
            </a:r>
          </a:p>
          <a:p>
            <a:pPr>
              <a:lnSpc>
                <a:spcPct val="200000"/>
              </a:lnSpc>
            </a:pPr>
            <a:r>
              <a:rPr lang="vi-VN" dirty="0" err="1"/>
              <a:t>Biểu thức Boole</a:t>
            </a:r>
          </a:p>
          <a:p>
            <a:pPr>
              <a:lnSpc>
                <a:spcPct val="200000"/>
              </a:lnSpc>
            </a:pPr>
            <a:r>
              <a:rPr lang="vi-VN" dirty="0" err="1"/>
              <a:t>Hàm Boole</a:t>
            </a:r>
          </a:p>
          <a:p>
            <a:pPr>
              <a:lnSpc>
                <a:spcPct val="200000"/>
              </a:lnSpc>
            </a:pPr>
            <a:r>
              <a:rPr lang="vi-VN" dirty="0" err="1"/>
              <a:t>Bảng chân trị</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25</a:t>
            </a:fld>
            <a:endParaRPr lang="en-VN" dirty="0"/>
          </a:p>
        </p:txBody>
      </p:sp>
    </p:spTree>
    <p:extLst>
      <p:ext uri="{BB962C8B-B14F-4D97-AF65-F5344CB8AC3E}">
        <p14:creationId xmlns:p14="http://schemas.microsoft.com/office/powerpoint/2010/main" val="66751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dirty="0" err="1"/>
              <a:t>Cổng luận lý</a:t>
            </a:r>
            <a:endParaRPr lang="en-US" b="1" dirty="0"/>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a:bodyPr>
          <a:lstStyle/>
          <a:p>
            <a:pPr>
              <a:lnSpc>
                <a:spcPct val="200000"/>
              </a:lnSpc>
            </a:pPr>
            <a:r>
              <a:rPr lang="vi-VN" dirty="0" err="1"/>
              <a:t>AND</a:t>
            </a:r>
          </a:p>
          <a:p>
            <a:pPr>
              <a:lnSpc>
                <a:spcPct val="200000"/>
              </a:lnSpc>
            </a:pPr>
            <a:r>
              <a:rPr lang="vi-VN" dirty="0" err="1"/>
              <a:t>OR</a:t>
            </a:r>
          </a:p>
          <a:p>
            <a:pPr>
              <a:lnSpc>
                <a:spcPct val="200000"/>
              </a:lnSpc>
            </a:pPr>
            <a:r>
              <a:rPr lang="vi-VN" dirty="0" err="1"/>
              <a:t>NOT</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26</a:t>
            </a:fld>
            <a:endParaRPr lang="en-VN" dirty="0"/>
          </a:p>
        </p:txBody>
      </p:sp>
      <p:grpSp>
        <p:nvGrpSpPr>
          <p:cNvPr id="3" name="Group 10">
            <a:extLst>
              <a:ext uri="{FF2B5EF4-FFF2-40B4-BE49-F238E27FC236}">
                <a16:creationId xmlns:a16="http://schemas.microsoft.com/office/drawing/2014/main" id="{9F6263F6-1295-C8AB-77FE-D8069EA8CCE8}"/>
              </a:ext>
            </a:extLst>
          </p:cNvPr>
          <p:cNvGrpSpPr>
            <a:grpSpLocks/>
          </p:cNvGrpSpPr>
          <p:nvPr/>
        </p:nvGrpSpPr>
        <p:grpSpPr bwMode="auto">
          <a:xfrm>
            <a:off x="3311237" y="2750128"/>
            <a:ext cx="6938963" cy="3284537"/>
            <a:chOff x="812" y="1057"/>
            <a:chExt cx="4371" cy="2069"/>
          </a:xfrm>
        </p:grpSpPr>
        <p:pic>
          <p:nvPicPr>
            <p:cNvPr id="6" name="Picture 8" descr="ua03_0000c">
              <a:extLst>
                <a:ext uri="{FF2B5EF4-FFF2-40B4-BE49-F238E27FC236}">
                  <a16:creationId xmlns:a16="http://schemas.microsoft.com/office/drawing/2014/main" id="{64718486-4772-69B7-B7E1-26FCD0CE0169}"/>
                </a:ext>
              </a:extLst>
            </p:cNvPr>
            <p:cNvPicPr>
              <a:picLocks noChangeAspect="1" noChangeArrowheads="1"/>
            </p:cNvPicPr>
            <p:nvPr/>
          </p:nvPicPr>
          <p:blipFill>
            <a:blip r:embed="rId2" cstate="print"/>
            <a:srcRect/>
            <a:stretch>
              <a:fillRect/>
            </a:stretch>
          </p:blipFill>
          <p:spPr bwMode="auto">
            <a:xfrm>
              <a:off x="879" y="1082"/>
              <a:ext cx="4304" cy="2016"/>
            </a:xfrm>
            <a:prstGeom prst="rect">
              <a:avLst/>
            </a:prstGeom>
            <a:noFill/>
          </p:spPr>
        </p:pic>
        <p:sp>
          <p:nvSpPr>
            <p:cNvPr id="8" name="Rectangle 9">
              <a:extLst>
                <a:ext uri="{FF2B5EF4-FFF2-40B4-BE49-F238E27FC236}">
                  <a16:creationId xmlns:a16="http://schemas.microsoft.com/office/drawing/2014/main" id="{C36DEC50-C6AB-633A-7ED5-837C4E43CC82}"/>
                </a:ext>
              </a:extLst>
            </p:cNvPr>
            <p:cNvSpPr>
              <a:spLocks noChangeArrowheads="1"/>
            </p:cNvSpPr>
            <p:nvPr/>
          </p:nvSpPr>
          <p:spPr bwMode="auto">
            <a:xfrm>
              <a:off x="812" y="1057"/>
              <a:ext cx="4336" cy="2069"/>
            </a:xfrm>
            <a:prstGeom prst="rect">
              <a:avLst/>
            </a:prstGeom>
            <a:noFill/>
            <a:ln w="9525">
              <a:solidFill>
                <a:schemeClr val="tx1"/>
              </a:solidFill>
              <a:miter lim="800000"/>
              <a:headEnd/>
              <a:tailEnd/>
            </a:ln>
            <a:effectLst/>
          </p:spPr>
          <p:txBody>
            <a:bodyPr wrap="none" anchor="ctr"/>
            <a:lstStyle/>
            <a:p>
              <a:endParaRPr lang="en-US"/>
            </a:p>
          </p:txBody>
        </p:sp>
      </p:grpSp>
      <p:pic>
        <p:nvPicPr>
          <p:cNvPr id="9" name="Picture 2">
            <a:extLst>
              <a:ext uri="{FF2B5EF4-FFF2-40B4-BE49-F238E27FC236}">
                <a16:creationId xmlns:a16="http://schemas.microsoft.com/office/drawing/2014/main" id="{EF3C5C65-3D2D-69A0-3001-45227422EA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4633" y="1233824"/>
            <a:ext cx="2265266" cy="14257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 name="Picture 5" descr="ua03_0000a">
            <a:extLst>
              <a:ext uri="{FF2B5EF4-FFF2-40B4-BE49-F238E27FC236}">
                <a16:creationId xmlns:a16="http://schemas.microsoft.com/office/drawing/2014/main" id="{6375CC93-9571-9E33-FC19-F111C7938E9F}"/>
              </a:ext>
            </a:extLst>
          </p:cNvPr>
          <p:cNvPicPr>
            <a:picLocks noChangeAspect="1" noChangeArrowheads="1"/>
          </p:cNvPicPr>
          <p:nvPr/>
        </p:nvPicPr>
        <p:blipFill>
          <a:blip r:embed="rId4" cstate="print"/>
          <a:srcRect/>
          <a:stretch>
            <a:fillRect/>
          </a:stretch>
        </p:blipFill>
        <p:spPr bwMode="auto">
          <a:xfrm>
            <a:off x="3311237" y="1580510"/>
            <a:ext cx="1858370" cy="674417"/>
          </a:xfrm>
          <a:prstGeom prst="rect">
            <a:avLst/>
          </a:prstGeom>
          <a:noFill/>
        </p:spPr>
      </p:pic>
      <p:pic>
        <p:nvPicPr>
          <p:cNvPr id="11" name="Picture 4" descr="ua03_0000b">
            <a:extLst>
              <a:ext uri="{FF2B5EF4-FFF2-40B4-BE49-F238E27FC236}">
                <a16:creationId xmlns:a16="http://schemas.microsoft.com/office/drawing/2014/main" id="{A65C112A-08EE-CF20-8AE0-118857718CF4}"/>
              </a:ext>
            </a:extLst>
          </p:cNvPr>
          <p:cNvPicPr>
            <a:picLocks noChangeAspect="1" noChangeArrowheads="1"/>
          </p:cNvPicPr>
          <p:nvPr/>
        </p:nvPicPr>
        <p:blipFill>
          <a:blip r:embed="rId5" cstate="print"/>
          <a:srcRect/>
          <a:stretch>
            <a:fillRect/>
          </a:stretch>
        </p:blipFill>
        <p:spPr bwMode="auto">
          <a:xfrm>
            <a:off x="5976395" y="1580510"/>
            <a:ext cx="2091999" cy="803565"/>
          </a:xfrm>
          <a:prstGeom prst="rect">
            <a:avLst/>
          </a:prstGeom>
          <a:noFill/>
        </p:spPr>
      </p:pic>
    </p:spTree>
    <p:extLst>
      <p:ext uri="{BB962C8B-B14F-4D97-AF65-F5344CB8AC3E}">
        <p14:creationId xmlns:p14="http://schemas.microsoft.com/office/powerpoint/2010/main" val="3968848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dirty="0" err="1"/>
              <a:t>Tối ưu luận lý</a:t>
            </a:r>
            <a:endParaRPr lang="en-US" b="1" dirty="0"/>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a:bodyPr>
          <a:lstStyle/>
          <a:p>
            <a:pPr>
              <a:lnSpc>
                <a:spcPct val="200000"/>
              </a:lnSpc>
            </a:pPr>
            <a:r>
              <a:rPr lang="vi-VN" dirty="0" err="1"/>
              <a:t>Lý do cần tối ưu luận lý</a:t>
            </a:r>
          </a:p>
          <a:p>
            <a:pPr>
              <a:lnSpc>
                <a:spcPct val="200000"/>
              </a:lnSpc>
            </a:pPr>
            <a:r>
              <a:rPr lang="vi-VN" dirty="0" err="1"/>
              <a:t>Tính chi phí để tạo ra mạch luận lý</a:t>
            </a:r>
          </a:p>
          <a:p>
            <a:pPr>
              <a:lnSpc>
                <a:spcPct val="200000"/>
              </a:lnSpc>
            </a:pPr>
            <a:r>
              <a:rPr lang="vi-VN" dirty="0" err="1"/>
              <a:t>Áp dụng đại số Boole để tối ưu luận lý</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27</a:t>
            </a:fld>
            <a:endParaRPr lang="en-VN" dirty="0"/>
          </a:p>
        </p:txBody>
      </p:sp>
    </p:spTree>
    <p:extLst>
      <p:ext uri="{BB962C8B-B14F-4D97-AF65-F5344CB8AC3E}">
        <p14:creationId xmlns:p14="http://schemas.microsoft.com/office/powerpoint/2010/main" val="1948497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vi-VN" dirty="0" err="1"/>
              <a:t>Phương pháp Karnaugh</a:t>
            </a:r>
            <a:endParaRPr lang="en-US" b="1" dirty="0"/>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lnSpcReduction="10000"/>
          </a:bodyPr>
          <a:lstStyle/>
          <a:p>
            <a:pPr>
              <a:lnSpc>
                <a:spcPct val="200000"/>
              </a:lnSpc>
            </a:pPr>
            <a:r>
              <a:rPr lang="vi-VN" dirty="0" err="1"/>
              <a:t>Bìa Karnaugh 2, 3, 4 biến</a:t>
            </a:r>
          </a:p>
          <a:p>
            <a:pPr>
              <a:lnSpc>
                <a:spcPct val="200000"/>
              </a:lnSpc>
            </a:pPr>
            <a:r>
              <a:rPr lang="vi-VN" dirty="0" err="1"/>
              <a:t>Phương pháp rút gọn dùng bìa Karnaugh</a:t>
            </a:r>
          </a:p>
          <a:p>
            <a:pPr lvl="1">
              <a:lnSpc>
                <a:spcPct val="200000"/>
              </a:lnSpc>
            </a:pPr>
            <a:r>
              <a:rPr lang="vi-VN" dirty="0" err="1"/>
              <a:t>Bước 1: Vẽ bìa Karnaugh với số biến phù hợp</a:t>
            </a:r>
          </a:p>
          <a:p>
            <a:pPr lvl="1">
              <a:lnSpc>
                <a:spcPct val="200000"/>
              </a:lnSpc>
            </a:pPr>
            <a:r>
              <a:rPr lang="vi-VN" dirty="0" err="1"/>
              <a:t>Bước 2: Đặt giá trị ngõ vào và ngõ ra lên bìa Karnaugh</a:t>
            </a:r>
          </a:p>
          <a:p>
            <a:pPr lvl="1">
              <a:lnSpc>
                <a:spcPct val="200000"/>
              </a:lnSpc>
            </a:pPr>
            <a:r>
              <a:rPr lang="vi-VN" dirty="0" err="1"/>
              <a:t>Bước 3: Gom nhóm</a:t>
            </a:r>
          </a:p>
          <a:p>
            <a:pPr lvl="1">
              <a:lnSpc>
                <a:spcPct val="200000"/>
              </a:lnSpc>
            </a:pPr>
            <a:r>
              <a:rPr lang="vi-VN" dirty="0" err="1"/>
              <a:t>Bước 4: Viết biểu thức rút gọn</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28</a:t>
            </a:fld>
            <a:endParaRPr lang="en-VN" dirty="0"/>
          </a:p>
        </p:txBody>
      </p:sp>
    </p:spTree>
    <p:extLst>
      <p:ext uri="{BB962C8B-B14F-4D97-AF65-F5344CB8AC3E}">
        <p14:creationId xmlns:p14="http://schemas.microsoft.com/office/powerpoint/2010/main" val="1804439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29</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dirty="0" err="1"/>
              <a:t>4. Mạch số</a:t>
            </a:r>
            <a:endParaRPr lang="en-US"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948626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pPr>
              <a:lnSpc>
                <a:spcPct val="90000"/>
              </a:lnSpc>
              <a:defRPr/>
            </a:pPr>
            <a:r>
              <a:rPr lang="en-US" dirty="0"/>
              <a:t>4</a:t>
            </a:r>
            <a:r>
              <a:rPr lang="en-US"/>
              <a:t>. </a:t>
            </a:r>
            <a:r>
              <a:rPr lang="vi-VN" dirty="0" err="1"/>
              <a:t>Mạch số</a:t>
            </a:r>
            <a:endParaRPr lang="en-US" b="1" dirty="0"/>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a:bodyPr>
          <a:lstStyle/>
          <a:p>
            <a:pPr>
              <a:lnSpc>
                <a:spcPct val="150000"/>
              </a:lnSpc>
            </a:pPr>
            <a:r>
              <a:rPr lang="en-US" dirty="0" err="1"/>
              <a:t>Mạch</a:t>
            </a:r>
            <a:r>
              <a:rPr lang="en-US" dirty="0"/>
              <a:t> </a:t>
            </a:r>
            <a:r>
              <a:rPr lang="en-US" dirty="0" err="1"/>
              <a:t>số</a:t>
            </a:r>
            <a:endParaRPr lang="en-US" dirty="0"/>
          </a:p>
          <a:p>
            <a:pPr>
              <a:lnSpc>
                <a:spcPct val="150000"/>
              </a:lnSpc>
            </a:pPr>
            <a:r>
              <a:rPr lang="en-US" dirty="0" err="1"/>
              <a:t>Mạch</a:t>
            </a:r>
            <a:r>
              <a:rPr lang="en-US" dirty="0"/>
              <a:t> </a:t>
            </a:r>
            <a:r>
              <a:rPr lang="en-US" dirty="0" err="1"/>
              <a:t>tổ</a:t>
            </a:r>
            <a:r>
              <a:rPr lang="en-US" dirty="0"/>
              <a:t> </a:t>
            </a:r>
            <a:r>
              <a:rPr lang="en-US" dirty="0" err="1"/>
              <a:t>hợp</a:t>
            </a:r>
            <a:endParaRPr lang="en-US" dirty="0"/>
          </a:p>
          <a:p>
            <a:pPr>
              <a:lnSpc>
                <a:spcPct val="150000"/>
              </a:lnSpc>
            </a:pPr>
            <a:r>
              <a:rPr lang="en-US" dirty="0" err="1"/>
              <a:t>Thiết</a:t>
            </a:r>
            <a:r>
              <a:rPr lang="en-US" dirty="0"/>
              <a:t> </a:t>
            </a:r>
            <a:r>
              <a:rPr lang="en-US" dirty="0" err="1"/>
              <a:t>kế</a:t>
            </a:r>
            <a:r>
              <a:rPr lang="en-US" dirty="0"/>
              <a:t> </a:t>
            </a:r>
            <a:r>
              <a:rPr lang="en-US" dirty="0" err="1"/>
              <a:t>mạch</a:t>
            </a:r>
            <a:r>
              <a:rPr lang="en-US" dirty="0"/>
              <a:t> </a:t>
            </a:r>
            <a:r>
              <a:rPr lang="en-US" dirty="0" err="1"/>
              <a:t>tổ</a:t>
            </a:r>
            <a:r>
              <a:rPr lang="en-US" dirty="0"/>
              <a:t> </a:t>
            </a:r>
            <a:r>
              <a:rPr lang="en-US" dirty="0" err="1"/>
              <a:t>hợp</a:t>
            </a:r>
            <a:endParaRPr lang="en-US" dirty="0"/>
          </a:p>
          <a:p>
            <a:pPr>
              <a:lnSpc>
                <a:spcPct val="150000"/>
              </a:lnSpc>
            </a:pPr>
            <a:r>
              <a:rPr lang="en-US" dirty="0" err="1"/>
              <a:t>Mạch</a:t>
            </a:r>
            <a:r>
              <a:rPr lang="en-US" dirty="0"/>
              <a:t> </a:t>
            </a:r>
            <a:r>
              <a:rPr lang="en-US" dirty="0" err="1"/>
              <a:t>tuần</a:t>
            </a:r>
            <a:r>
              <a:rPr lang="en-US" dirty="0"/>
              <a:t> </a:t>
            </a:r>
            <a:r>
              <a:rPr lang="en-US" dirty="0" err="1"/>
              <a:t>tự</a:t>
            </a:r>
            <a:endParaRPr lang="en-US" dirty="0"/>
          </a:p>
          <a:p>
            <a:pPr>
              <a:lnSpc>
                <a:spcPct val="150000"/>
              </a:lnSpc>
            </a:pPr>
            <a:r>
              <a:rPr lang="en-US" dirty="0" err="1"/>
              <a:t>Thiết</a:t>
            </a:r>
            <a:r>
              <a:rPr lang="en-US" dirty="0"/>
              <a:t> </a:t>
            </a:r>
            <a:r>
              <a:rPr lang="en-US" dirty="0" err="1"/>
              <a:t>bị</a:t>
            </a:r>
            <a:r>
              <a:rPr lang="en-US" dirty="0"/>
              <a:t> </a:t>
            </a:r>
            <a:r>
              <a:rPr lang="en-US" dirty="0" err="1"/>
              <a:t>lưu</a:t>
            </a:r>
            <a:r>
              <a:rPr lang="en-US" dirty="0"/>
              <a:t> </a:t>
            </a:r>
            <a:r>
              <a:rPr lang="en-US" dirty="0" err="1"/>
              <a:t>trữ</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30</a:t>
            </a:fld>
            <a:endParaRPr lang="en-VN" dirty="0"/>
          </a:p>
        </p:txBody>
      </p:sp>
    </p:spTree>
    <p:extLst>
      <p:ext uri="{BB962C8B-B14F-4D97-AF65-F5344CB8AC3E}">
        <p14:creationId xmlns:p14="http://schemas.microsoft.com/office/powerpoint/2010/main" val="322424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pPr>
              <a:lnSpc>
                <a:spcPct val="90000"/>
              </a:lnSpc>
              <a:defRPr/>
            </a:pPr>
            <a:r>
              <a:rPr lang="vi-VN" dirty="0" err="1"/>
              <a:t>Mạch số</a:t>
            </a:r>
            <a:endParaRPr lang="en-US" b="1" dirty="0"/>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a:bodyPr>
          <a:lstStyle/>
          <a:p>
            <a:pPr>
              <a:lnSpc>
                <a:spcPct val="150000"/>
              </a:lnSpc>
            </a:pPr>
            <a:r>
              <a:rPr lang="en-US" dirty="0" err="1"/>
              <a:t>Định nghĩ</a:t>
            </a:r>
          </a:p>
          <a:p>
            <a:pPr>
              <a:lnSpc>
                <a:spcPct val="150000"/>
              </a:lnSpc>
            </a:pPr>
            <a:r>
              <a:rPr lang="en-US" dirty="0" err="1"/>
              <a:t>Biểu thức logic và cổng luận lý</a:t>
            </a:r>
          </a:p>
          <a:p>
            <a:pPr>
              <a:lnSpc>
                <a:spcPct val="150000"/>
              </a:lnSpc>
            </a:pPr>
            <a:r>
              <a:rPr lang="en-US" dirty="0" err="1"/>
              <a:t>Các cổng luận lý: NAND, NOR, XOR, XNOR</a:t>
            </a:r>
          </a:p>
          <a:p>
            <a:pPr>
              <a:lnSpc>
                <a:spcPct val="150000"/>
              </a:lnSpc>
            </a:pPr>
            <a:r>
              <a:rPr lang="en-US" dirty="0" err="1"/>
              <a:t>Thiết kế mạch số từ biểu thức logic</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31</a:t>
            </a:fld>
            <a:endParaRPr lang="en-VN" dirty="0"/>
          </a:p>
        </p:txBody>
      </p:sp>
    </p:spTree>
    <p:extLst>
      <p:ext uri="{BB962C8B-B14F-4D97-AF65-F5344CB8AC3E}">
        <p14:creationId xmlns:p14="http://schemas.microsoft.com/office/powerpoint/2010/main" val="1322025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pPr>
              <a:lnSpc>
                <a:spcPct val="90000"/>
              </a:lnSpc>
              <a:defRPr/>
            </a:pPr>
            <a:r>
              <a:rPr lang="vi-VN" dirty="0" err="1"/>
              <a:t>Mạch tổ hợp</a:t>
            </a:r>
            <a:endParaRPr lang="en-US" b="1" dirty="0"/>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a:bodyPr>
          <a:lstStyle/>
          <a:p>
            <a:pPr>
              <a:lnSpc>
                <a:spcPct val="150000"/>
              </a:lnSpc>
            </a:pPr>
            <a:r>
              <a:rPr lang="en-US" dirty="0" err="1"/>
              <a:t>Định nghĩ mạch tổ hợp</a:t>
            </a:r>
          </a:p>
          <a:p>
            <a:pPr>
              <a:lnSpc>
                <a:spcPct val="150000"/>
              </a:lnSpc>
            </a:pPr>
            <a:r>
              <a:rPr lang="en-US" dirty="0"/>
              <a:t>Phân biệt mạch tổ hợp và mạch tuần tự</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32</a:t>
            </a:fld>
            <a:endParaRPr lang="en-VN" dirty="0"/>
          </a:p>
        </p:txBody>
      </p:sp>
    </p:spTree>
    <p:extLst>
      <p:ext uri="{BB962C8B-B14F-4D97-AF65-F5344CB8AC3E}">
        <p14:creationId xmlns:p14="http://schemas.microsoft.com/office/powerpoint/2010/main" val="33381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pPr>
              <a:lnSpc>
                <a:spcPct val="90000"/>
              </a:lnSpc>
              <a:defRPr/>
            </a:pPr>
            <a:r>
              <a:rPr lang="en-US" dirty="0" err="1"/>
              <a:t>Thiết</a:t>
            </a:r>
            <a:r>
              <a:rPr lang="en-US" dirty="0"/>
              <a:t> </a:t>
            </a:r>
            <a:r>
              <a:rPr lang="en-US" dirty="0" err="1"/>
              <a:t>kế</a:t>
            </a:r>
            <a:r>
              <a:rPr lang="en-US" dirty="0"/>
              <a:t> </a:t>
            </a:r>
            <a:r>
              <a:rPr lang="en-US" dirty="0" err="1"/>
              <a:t>mạch</a:t>
            </a:r>
            <a:r>
              <a:rPr lang="en-US" dirty="0"/>
              <a:t> </a:t>
            </a:r>
            <a:r>
              <a:rPr lang="en-US" dirty="0" err="1"/>
              <a:t>tổ</a:t>
            </a:r>
            <a:r>
              <a:rPr lang="en-US" dirty="0"/>
              <a:t> </a:t>
            </a:r>
            <a:r>
              <a:rPr lang="en-US" dirty="0" err="1"/>
              <a:t>hợp</a:t>
            </a:r>
            <a:endParaRPr lang="en-US" b="1" dirty="0"/>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a:bodyPr>
          <a:lstStyle/>
          <a:p>
            <a:pPr>
              <a:lnSpc>
                <a:spcPct val="150000"/>
              </a:lnSpc>
            </a:pPr>
            <a:r>
              <a:rPr lang="vi-VN" dirty="0" err="1"/>
              <a:t>Quy trình thiết kế</a:t>
            </a:r>
          </a:p>
          <a:p>
            <a:pPr lvl="1">
              <a:lnSpc>
                <a:spcPct val="150000"/>
              </a:lnSpc>
            </a:pPr>
            <a:r>
              <a:rPr lang="vi-VN" dirty="0" err="1"/>
              <a:t>Bước 1: Lập bảng chân trị</a:t>
            </a:r>
          </a:p>
          <a:p>
            <a:pPr lvl="1">
              <a:lnSpc>
                <a:spcPct val="150000"/>
              </a:lnSpc>
            </a:pPr>
            <a:r>
              <a:rPr lang="vi-VN" dirty="0" err="1"/>
              <a:t>Bước 2: Chuyển bảng chân trị sang biểu thức luận lý</a:t>
            </a:r>
          </a:p>
          <a:p>
            <a:pPr lvl="1">
              <a:lnSpc>
                <a:spcPct val="150000"/>
              </a:lnSpc>
            </a:pPr>
            <a:r>
              <a:rPr lang="vi-VN" dirty="0" err="1"/>
              <a:t>Bước 3: Tối ưu luận lý</a:t>
            </a:r>
          </a:p>
          <a:p>
            <a:pPr lvl="1">
              <a:lnSpc>
                <a:spcPct val="150000"/>
              </a:lnSpc>
            </a:pPr>
            <a:r>
              <a:rPr lang="vi-VN" dirty="0" err="1"/>
              <a:t>Bước 4: Vẽ sơ đồ mạch </a:t>
            </a:r>
          </a:p>
          <a:p>
            <a:pPr>
              <a:lnSpc>
                <a:spcPct val="150000"/>
              </a:lnSpc>
            </a:pPr>
            <a:endParaRPr lang="vi-VN" dirty="0" err="1"/>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33</a:t>
            </a:fld>
            <a:endParaRPr lang="en-VN" dirty="0"/>
          </a:p>
        </p:txBody>
      </p:sp>
    </p:spTree>
    <p:extLst>
      <p:ext uri="{BB962C8B-B14F-4D97-AF65-F5344CB8AC3E}">
        <p14:creationId xmlns:p14="http://schemas.microsoft.com/office/powerpoint/2010/main" val="88237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pPr>
              <a:lnSpc>
                <a:spcPct val="90000"/>
              </a:lnSpc>
              <a:defRPr/>
            </a:pPr>
            <a:r>
              <a:rPr lang="en-US" dirty="0" err="1"/>
              <a:t>Mạch</a:t>
            </a:r>
            <a:r>
              <a:rPr lang="en-US" dirty="0"/>
              <a:t> </a:t>
            </a:r>
            <a:r>
              <a:rPr lang="en-US" dirty="0" err="1"/>
              <a:t>tuần</a:t>
            </a:r>
            <a:r>
              <a:rPr lang="en-US" dirty="0"/>
              <a:t> </a:t>
            </a:r>
            <a:r>
              <a:rPr lang="en-US" dirty="0" err="1"/>
              <a:t>tự</a:t>
            </a:r>
            <a:endParaRPr lang="en-US" b="1" dirty="0"/>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a:bodyPr>
          <a:lstStyle/>
          <a:p>
            <a:pPr>
              <a:lnSpc>
                <a:spcPct val="150000"/>
              </a:lnSpc>
            </a:pPr>
            <a:r>
              <a:rPr lang="en-US" dirty="0" err="1"/>
              <a:t>Vấn đề của mạch tổ hợp</a:t>
            </a:r>
          </a:p>
          <a:p>
            <a:pPr>
              <a:lnSpc>
                <a:spcPct val="150000"/>
              </a:lnSpc>
            </a:pPr>
            <a:r>
              <a:rPr lang="en-US" dirty="0" err="1"/>
              <a:t>Định nghĩa mạch tuần tự</a:t>
            </a:r>
          </a:p>
          <a:p>
            <a:pPr>
              <a:lnSpc>
                <a:spcPct val="150000"/>
              </a:lnSpc>
            </a:pPr>
            <a:r>
              <a:rPr lang="en-US" dirty="0" err="1"/>
              <a:t>Đặc điểm của mạch tuần tự</a:t>
            </a:r>
            <a:endParaRPr lang="en-US"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34</a:t>
            </a:fld>
            <a:endParaRPr lang="en-VN" dirty="0"/>
          </a:p>
        </p:txBody>
      </p:sp>
    </p:spTree>
    <p:extLst>
      <p:ext uri="{BB962C8B-B14F-4D97-AF65-F5344CB8AC3E}">
        <p14:creationId xmlns:p14="http://schemas.microsoft.com/office/powerpoint/2010/main" val="1394816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a:bodyPr>
          <a:lstStyle/>
          <a:p>
            <a:pPr>
              <a:lnSpc>
                <a:spcPct val="90000"/>
              </a:lnSpc>
              <a:defRPr/>
            </a:pPr>
            <a:r>
              <a:rPr lang="en-US" dirty="0" err="1"/>
              <a:t>Thiết</a:t>
            </a:r>
            <a:r>
              <a:rPr lang="en-US" dirty="0"/>
              <a:t> </a:t>
            </a:r>
            <a:r>
              <a:rPr lang="en-US" dirty="0" err="1"/>
              <a:t>bị</a:t>
            </a:r>
            <a:r>
              <a:rPr lang="en-US" dirty="0"/>
              <a:t> </a:t>
            </a:r>
            <a:r>
              <a:rPr lang="en-US" dirty="0" err="1"/>
              <a:t>lưu</a:t>
            </a:r>
            <a:r>
              <a:rPr lang="en-US" dirty="0"/>
              <a:t> </a:t>
            </a:r>
            <a:r>
              <a:rPr lang="en-US" dirty="0" err="1"/>
              <a:t>trữ</a:t>
            </a:r>
            <a:endParaRPr lang="en-US" b="1" dirty="0"/>
          </a:p>
        </p:txBody>
      </p:sp>
      <p:sp>
        <p:nvSpPr>
          <p:cNvPr id="7" name="Content Placeholder 6">
            <a:extLst>
              <a:ext uri="{FF2B5EF4-FFF2-40B4-BE49-F238E27FC236}">
                <a16:creationId xmlns:a16="http://schemas.microsoft.com/office/drawing/2014/main" id="{9A4292B0-FE3A-A243-041D-0B53F61A73B7}"/>
              </a:ext>
            </a:extLst>
          </p:cNvPr>
          <p:cNvSpPr>
            <a:spLocks noGrp="1"/>
          </p:cNvSpPr>
          <p:nvPr>
            <p:ph idx="1"/>
          </p:nvPr>
        </p:nvSpPr>
        <p:spPr/>
        <p:txBody>
          <a:bodyPr>
            <a:normAutofit/>
          </a:bodyPr>
          <a:lstStyle/>
          <a:p>
            <a:pPr>
              <a:lnSpc>
                <a:spcPct val="150000"/>
              </a:lnSpc>
            </a:pPr>
            <a:r>
              <a:rPr lang="en-US" dirty="0" err="1"/>
              <a:t>Định nghĩa</a:t>
            </a:r>
          </a:p>
          <a:p>
            <a:pPr>
              <a:lnSpc>
                <a:spcPct val="150000"/>
              </a:lnSpc>
            </a:pPr>
            <a:r>
              <a:rPr lang="en-US" dirty="0"/>
              <a:t>Latch</a:t>
            </a:r>
          </a:p>
          <a:p>
            <a:pPr>
              <a:lnSpc>
                <a:spcPct val="150000"/>
              </a:lnSpc>
            </a:pPr>
            <a:r>
              <a:rPr lang="en-US" dirty="0"/>
              <a:t>Flip-flop</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dirty="0"/>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35</a:t>
            </a:fld>
            <a:endParaRPr lang="en-VN" dirty="0"/>
          </a:p>
        </p:txBody>
      </p:sp>
    </p:spTree>
    <p:extLst>
      <p:ext uri="{BB962C8B-B14F-4D97-AF65-F5344CB8AC3E}">
        <p14:creationId xmlns:p14="http://schemas.microsoft.com/office/powerpoint/2010/main" val="389965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2138E7-0BF8-4FBE-AB49-4184E532FD1F}"/>
              </a:ext>
            </a:extLst>
          </p:cNvPr>
          <p:cNvSpPr>
            <a:spLocks noGrp="1"/>
          </p:cNvSpPr>
          <p:nvPr>
            <p:ph type="sldNum" sz="quarter" idx="12"/>
          </p:nvPr>
        </p:nvSpPr>
        <p:spPr/>
        <p:txBody>
          <a:bodyPr/>
          <a:lstStyle/>
          <a:p>
            <a:fld id="{D8B0B3AC-44A8-D142-AAF6-9A453466E1A4}" type="slidenum">
              <a:rPr lang="en-VN" smtClean="0"/>
              <a:pPr/>
              <a:t>36</a:t>
            </a:fld>
            <a:endParaRPr lang="en-VN" dirty="0"/>
          </a:p>
        </p:txBody>
      </p:sp>
      <p:sp>
        <p:nvSpPr>
          <p:cNvPr id="7" name="Text Placeholder 6">
            <a:extLst>
              <a:ext uri="{FF2B5EF4-FFF2-40B4-BE49-F238E27FC236}">
                <a16:creationId xmlns:a16="http://schemas.microsoft.com/office/drawing/2014/main" id="{0602C380-9011-23F7-8E4B-E195C0DFFBC9}"/>
              </a:ext>
            </a:extLst>
          </p:cNvPr>
          <p:cNvSpPr>
            <a:spLocks noGrp="1"/>
          </p:cNvSpPr>
          <p:nvPr>
            <p:ph type="body" sz="quarter" idx="13"/>
          </p:nvPr>
        </p:nvSpPr>
        <p:spPr>
          <a:xfrm>
            <a:off x="1470929" y="2095027"/>
            <a:ext cx="7918398" cy="884656"/>
          </a:xfrm>
        </p:spPr>
        <p:txBody>
          <a:bodyPr>
            <a:normAutofit/>
          </a:bodyPr>
          <a:lstStyle/>
          <a:p>
            <a:r>
              <a:rPr lang="en-US" dirty="0" err="1"/>
              <a:t>5. Ứng dụng mạch số</a:t>
            </a:r>
            <a:endParaRPr lang="en-US" dirty="0"/>
          </a:p>
        </p:txBody>
      </p:sp>
      <p:sp>
        <p:nvSpPr>
          <p:cNvPr id="8" name="Text Placeholder 7">
            <a:extLst>
              <a:ext uri="{FF2B5EF4-FFF2-40B4-BE49-F238E27FC236}">
                <a16:creationId xmlns:a16="http://schemas.microsoft.com/office/drawing/2014/main" id="{883EE24F-70E8-C3FA-399B-07DCA2C415CE}"/>
              </a:ext>
            </a:extLst>
          </p:cNvPr>
          <p:cNvSpPr>
            <a:spLocks noGrp="1"/>
          </p:cNvSpPr>
          <p:nvPr>
            <p:ph type="body" sz="quarter" idx="14"/>
          </p:nvPr>
        </p:nvSpPr>
        <p:spPr/>
        <p:txBody>
          <a:bodyPr/>
          <a:lstStyle/>
          <a:p>
            <a:endParaRPr lang="vi-VN" sz="2800" dirty="0"/>
          </a:p>
        </p:txBody>
      </p:sp>
      <p:sp>
        <p:nvSpPr>
          <p:cNvPr id="9" name="Text Placeholder 8">
            <a:extLst>
              <a:ext uri="{FF2B5EF4-FFF2-40B4-BE49-F238E27FC236}">
                <a16:creationId xmlns:a16="http://schemas.microsoft.com/office/drawing/2014/main" id="{7F04BBE0-C7C7-D804-DD85-D99BEB36007C}"/>
              </a:ext>
            </a:extLst>
          </p:cNvPr>
          <p:cNvSpPr>
            <a:spLocks noGrp="1"/>
          </p:cNvSpPr>
          <p:nvPr>
            <p:ph type="body" sz="quarter" idx="15"/>
          </p:nvPr>
        </p:nvSpPr>
        <p:spPr/>
        <p:txBody>
          <a:bodyPr/>
          <a:lstStyle/>
          <a:p>
            <a:endParaRPr lang="en-VN"/>
          </a:p>
        </p:txBody>
      </p:sp>
      <p:sp>
        <p:nvSpPr>
          <p:cNvPr id="10" name="Text Placeholder 9">
            <a:extLst>
              <a:ext uri="{FF2B5EF4-FFF2-40B4-BE49-F238E27FC236}">
                <a16:creationId xmlns:a16="http://schemas.microsoft.com/office/drawing/2014/main" id="{3C2CDC7B-AFE9-6C1F-2CD6-AA61695C23FD}"/>
              </a:ext>
            </a:extLst>
          </p:cNvPr>
          <p:cNvSpPr>
            <a:spLocks noGrp="1"/>
          </p:cNvSpPr>
          <p:nvPr>
            <p:ph type="body" sz="quarter" idx="16"/>
          </p:nvPr>
        </p:nvSpPr>
        <p:spPr/>
        <p:txBody>
          <a:bodyPr>
            <a:normAutofit lnSpcReduction="10000"/>
          </a:bodyPr>
          <a:lstStyle/>
          <a:p>
            <a:endParaRPr lang="en-VN" dirty="0"/>
          </a:p>
        </p:txBody>
      </p:sp>
    </p:spTree>
    <p:extLst>
      <p:ext uri="{BB962C8B-B14F-4D97-AF65-F5344CB8AC3E}">
        <p14:creationId xmlns:p14="http://schemas.microsoft.com/office/powerpoint/2010/main" val="35427391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5. Ứng dụng mạch số</a:t>
            </a:r>
            <a:endParaRPr lang="en-US" b="1"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37</a:t>
            </a:fld>
            <a:endParaRPr lang="en-VN" dirty="0"/>
          </a:p>
        </p:txBody>
      </p:sp>
      <p:sp>
        <p:nvSpPr>
          <p:cNvPr id="6" name="Content Placeholder 5">
            <a:extLst>
              <a:ext uri="{FF2B5EF4-FFF2-40B4-BE49-F238E27FC236}">
                <a16:creationId xmlns:a16="http://schemas.microsoft.com/office/drawing/2014/main" id="{4F6B79A1-E7E3-600D-CF58-1463A183D112}"/>
              </a:ext>
            </a:extLst>
          </p:cNvPr>
          <p:cNvSpPr>
            <a:spLocks noGrp="1"/>
          </p:cNvSpPr>
          <p:nvPr>
            <p:ph idx="1"/>
          </p:nvPr>
        </p:nvSpPr>
        <p:spPr/>
        <p:txBody>
          <a:bodyPr>
            <a:normAutofit/>
          </a:bodyPr>
          <a:lstStyle/>
          <a:p>
            <a:r>
              <a:rPr lang="en-US"/>
              <a:t>Hiện thực chức năng máy tính</a:t>
            </a:r>
          </a:p>
          <a:p>
            <a:r>
              <a:rPr lang="en-US"/>
              <a:t>ALU (Arithmetic &amp; Logic Unit)</a:t>
            </a:r>
          </a:p>
          <a:p>
            <a:r>
              <a:rPr lang="en-US"/>
              <a:t>Bộ chọn (Mux)</a:t>
            </a:r>
          </a:p>
          <a:p>
            <a:r>
              <a:rPr lang="en-US"/>
              <a:t>Bộ cộng</a:t>
            </a:r>
          </a:p>
          <a:p>
            <a:r>
              <a:rPr lang="en-US"/>
              <a:t>Bộ so sánh</a:t>
            </a:r>
          </a:p>
          <a:p>
            <a:r>
              <a:rPr lang="en-US"/>
              <a:t>Bộ giải mã</a:t>
            </a:r>
          </a:p>
          <a:p>
            <a:r>
              <a:rPr lang="en-US"/>
              <a:t>Tập thanh ghi</a:t>
            </a:r>
          </a:p>
          <a:p>
            <a:endParaRPr lang="en-VN"/>
          </a:p>
        </p:txBody>
      </p:sp>
    </p:spTree>
    <p:extLst>
      <p:ext uri="{BB962C8B-B14F-4D97-AF65-F5344CB8AC3E}">
        <p14:creationId xmlns:p14="http://schemas.microsoft.com/office/powerpoint/2010/main" val="258196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lstStyle/>
          <a:p>
            <a:pPr>
              <a:lnSpc>
                <a:spcPct val="90000"/>
              </a:lnSpc>
              <a:defRPr/>
            </a:pPr>
            <a:r>
              <a:rPr lang="en-US"/>
              <a:t>Hiện thực chức năng máy tính</a:t>
            </a:r>
            <a:endParaRPr lang="en-US" b="1" dirty="0"/>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38</a:t>
            </a:fld>
            <a:endParaRPr lang="en-VN" dirty="0"/>
          </a:p>
        </p:txBody>
      </p:sp>
      <p:sp>
        <p:nvSpPr>
          <p:cNvPr id="6" name="Content Placeholder 5">
            <a:extLst>
              <a:ext uri="{FF2B5EF4-FFF2-40B4-BE49-F238E27FC236}">
                <a16:creationId xmlns:a16="http://schemas.microsoft.com/office/drawing/2014/main" id="{4F6B79A1-E7E3-600D-CF58-1463A183D112}"/>
              </a:ext>
            </a:extLst>
          </p:cNvPr>
          <p:cNvSpPr>
            <a:spLocks noGrp="1"/>
          </p:cNvSpPr>
          <p:nvPr>
            <p:ph idx="1"/>
          </p:nvPr>
        </p:nvSpPr>
        <p:spPr/>
        <p:txBody>
          <a:bodyPr>
            <a:normAutofit/>
          </a:bodyPr>
          <a:lstStyle/>
          <a:p>
            <a:r>
              <a:rPr lang="en-US"/>
              <a:t>Xử lý dữ liệu</a:t>
            </a:r>
          </a:p>
          <a:p>
            <a:r>
              <a:rPr lang="vi-VN"/>
              <a:t>Lưu trữ dữ liệu</a:t>
            </a:r>
          </a:p>
          <a:p>
            <a:r>
              <a:rPr lang="vi-VN"/>
              <a:t>Truyền/Nhận dữ liệu</a:t>
            </a:r>
          </a:p>
          <a:p>
            <a:endParaRPr lang="en-VN"/>
          </a:p>
        </p:txBody>
      </p:sp>
      <p:pic>
        <p:nvPicPr>
          <p:cNvPr id="3" name="Picture 2">
            <a:extLst>
              <a:ext uri="{FF2B5EF4-FFF2-40B4-BE49-F238E27FC236}">
                <a16:creationId xmlns:a16="http://schemas.microsoft.com/office/drawing/2014/main" id="{ACDD930B-ACC4-E2A4-F4D2-2BFC39ACFE25}"/>
              </a:ext>
            </a:extLst>
          </p:cNvPr>
          <p:cNvPicPr>
            <a:picLocks noChangeAspect="1" noChangeArrowheads="1"/>
          </p:cNvPicPr>
          <p:nvPr/>
        </p:nvPicPr>
        <p:blipFill>
          <a:blip r:embed="rId2" cstate="print"/>
          <a:srcRect/>
          <a:stretch>
            <a:fillRect/>
          </a:stretch>
        </p:blipFill>
        <p:spPr bwMode="auto">
          <a:xfrm>
            <a:off x="5469117" y="1185862"/>
            <a:ext cx="5705475" cy="4486275"/>
          </a:xfrm>
          <a:prstGeom prst="rect">
            <a:avLst/>
          </a:prstGeom>
          <a:noFill/>
          <a:ln w="9525">
            <a:noFill/>
            <a:miter lim="800000"/>
            <a:headEnd/>
            <a:tailEnd/>
          </a:ln>
        </p:spPr>
      </p:pic>
      <p:sp>
        <p:nvSpPr>
          <p:cNvPr id="7" name="Rounded Rectangle 6">
            <a:extLst>
              <a:ext uri="{FF2B5EF4-FFF2-40B4-BE49-F238E27FC236}">
                <a16:creationId xmlns:a16="http://schemas.microsoft.com/office/drawing/2014/main" id="{B6CDBD3D-3457-F49C-B7A2-AA6FB26B6078}"/>
              </a:ext>
            </a:extLst>
          </p:cNvPr>
          <p:cNvSpPr/>
          <p:nvPr/>
        </p:nvSpPr>
        <p:spPr>
          <a:xfrm>
            <a:off x="7334564" y="2991659"/>
            <a:ext cx="1281945" cy="2445026"/>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8" name="Rounded Rectangle 7">
            <a:extLst>
              <a:ext uri="{FF2B5EF4-FFF2-40B4-BE49-F238E27FC236}">
                <a16:creationId xmlns:a16="http://schemas.microsoft.com/office/drawing/2014/main" id="{B8949D90-BC31-B6A2-C5F4-B634F4A4E2DB}"/>
              </a:ext>
            </a:extLst>
          </p:cNvPr>
          <p:cNvSpPr/>
          <p:nvPr/>
        </p:nvSpPr>
        <p:spPr>
          <a:xfrm>
            <a:off x="8692912" y="2991659"/>
            <a:ext cx="1281945" cy="2445026"/>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4AD4BF55-6D1F-D050-C24F-28582917DDAB}"/>
              </a:ext>
            </a:extLst>
          </p:cNvPr>
          <p:cNvSpPr/>
          <p:nvPr/>
        </p:nvSpPr>
        <p:spPr>
          <a:xfrm>
            <a:off x="10077764" y="3091051"/>
            <a:ext cx="831371" cy="2020957"/>
          </a:xfrm>
          <a:prstGeom prst="roundRect">
            <a:avLst/>
          </a:prstGeom>
          <a:noFill/>
          <a:ln w="19050"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825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animBg="1"/>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ALU (Arithmetic Logic Unit)</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39</a:t>
            </a:fld>
            <a:endParaRPr lang="en-VN" dirty="0"/>
          </a:p>
        </p:txBody>
      </p:sp>
      <p:graphicFrame>
        <p:nvGraphicFramePr>
          <p:cNvPr id="3" name="Object 2">
            <a:extLst>
              <a:ext uri="{FF2B5EF4-FFF2-40B4-BE49-F238E27FC236}">
                <a16:creationId xmlns:a16="http://schemas.microsoft.com/office/drawing/2014/main" id="{ED897698-3376-C231-E842-56227C06BE60}"/>
              </a:ext>
            </a:extLst>
          </p:cNvPr>
          <p:cNvGraphicFramePr>
            <a:graphicFrameLocks noChangeAspect="1"/>
          </p:cNvGraphicFramePr>
          <p:nvPr>
            <p:extLst>
              <p:ext uri="{D42A27DB-BD31-4B8C-83A1-F6EECF244321}">
                <p14:modId xmlns:p14="http://schemas.microsoft.com/office/powerpoint/2010/main" val="863003865"/>
              </p:ext>
            </p:extLst>
          </p:nvPr>
        </p:nvGraphicFramePr>
        <p:xfrm>
          <a:off x="668990" y="2295524"/>
          <a:ext cx="2531589" cy="3579143"/>
        </p:xfrm>
        <a:graphic>
          <a:graphicData uri="http://schemas.openxmlformats.org/presentationml/2006/ole">
            <mc:AlternateContent xmlns:mc="http://schemas.openxmlformats.org/markup-compatibility/2006">
              <mc:Choice xmlns:v="urn:schemas-microsoft-com:vml" Requires="v">
                <p:oleObj name="Visio" r:id="rId3" imgW="2657391" imgH="3724409" progId="Visio.Drawing.15">
                  <p:embed/>
                </p:oleObj>
              </mc:Choice>
              <mc:Fallback>
                <p:oleObj name="Visio" r:id="rId3" imgW="2657391" imgH="3724409" progId="Visio.Drawing.15">
                  <p:embed/>
                  <p:pic>
                    <p:nvPicPr>
                      <p:cNvPr id="3" name="Object 2">
                        <a:extLst>
                          <a:ext uri="{FF2B5EF4-FFF2-40B4-BE49-F238E27FC236}">
                            <a16:creationId xmlns:a16="http://schemas.microsoft.com/office/drawing/2014/main" id="{ED897698-3376-C231-E842-56227C06BE6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990" y="2295524"/>
                        <a:ext cx="2531589" cy="3579143"/>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BB3ED5B9-BCEF-2440-0B6A-EE9F3BF51781}"/>
                  </a:ext>
                </a:extLst>
              </p:cNvPr>
              <p:cNvGraphicFramePr>
                <a:graphicFrameLocks noGrp="1"/>
              </p:cNvGraphicFramePr>
              <p:nvPr/>
            </p:nvGraphicFramePr>
            <p:xfrm>
              <a:off x="3330414" y="1748154"/>
              <a:ext cx="3089906" cy="4107307"/>
            </p:xfrm>
            <a:graphic>
              <a:graphicData uri="http://schemas.openxmlformats.org/drawingml/2006/table">
                <a:tbl>
                  <a:tblPr firstRow="1" firstCol="1" bandRow="1">
                    <a:tableStyleId>{5940675A-B579-460E-94D1-54222C63F5DA}</a:tableStyleId>
                  </a:tblPr>
                  <a:tblGrid>
                    <a:gridCol w="1697296">
                      <a:extLst>
                        <a:ext uri="{9D8B030D-6E8A-4147-A177-3AD203B41FA5}">
                          <a16:colId xmlns:a16="http://schemas.microsoft.com/office/drawing/2014/main" val="607817226"/>
                        </a:ext>
                      </a:extLst>
                    </a:gridCol>
                    <a:gridCol w="1392610">
                      <a:extLst>
                        <a:ext uri="{9D8B030D-6E8A-4147-A177-3AD203B41FA5}">
                          <a16:colId xmlns:a16="http://schemas.microsoft.com/office/drawing/2014/main" val="3686584232"/>
                        </a:ext>
                      </a:extLst>
                    </a:gridCol>
                  </a:tblGrid>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Opcode[2:0]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Phép toán</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36855745"/>
                      </a:ext>
                    </a:extLst>
                  </a:tr>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000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A + B</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5004734"/>
                      </a:ext>
                    </a:extLst>
                  </a:tr>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001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A + 1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04292781"/>
                      </a:ext>
                    </a:extLst>
                  </a:tr>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010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6900401"/>
                      </a:ext>
                    </a:extLst>
                  </a:tr>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011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43400289"/>
                      </a:ext>
                    </a:extLst>
                  </a:tr>
                  <a:tr h="0">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100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&amp;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94320862"/>
                      </a:ext>
                    </a:extLst>
                  </a:tr>
                  <a:tr h="0">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101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98144536"/>
                      </a:ext>
                    </a:extLst>
                  </a:tr>
                  <a:tr h="0">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110</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acc>
                                  <m:accPr>
                                    <m:chr m:val="̅"/>
                                    <m:ctrlPr>
                                      <a:rPr lang="en-US" sz="2200" i="1">
                                        <a:effectLst/>
                                        <a:latin typeface="Cambria Math" panose="02040503050406030204" pitchFamily="18" charset="0"/>
                                      </a:rPr>
                                    </m:ctrlPr>
                                  </m:accPr>
                                  <m:e>
                                    <m:r>
                                      <m:rPr>
                                        <m:nor/>
                                      </m:rPr>
                                      <a:rPr lang="en-US" sz="2200">
                                        <a:effectLst/>
                                        <a:latin typeface="Times New Roman" panose="02020603050405020304" pitchFamily="18" charset="0"/>
                                        <a:cs typeface="Times New Roman" panose="02020603050405020304" pitchFamily="18" charset="0"/>
                                      </a:rPr>
                                      <m:t>A</m:t>
                                    </m:r>
                                  </m:e>
                                </m:acc>
                              </m:oMath>
                            </m:oMathPara>
                          </a14:m>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20212432"/>
                      </a:ext>
                    </a:extLst>
                  </a:tr>
                  <a:tr h="0">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111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r>
                                  <m:rPr>
                                    <m:nor/>
                                  </m:rPr>
                                  <a:rPr lang="en-US" sz="2200">
                                    <a:effectLst/>
                                    <a:latin typeface="Times New Roman" panose="02020603050405020304" pitchFamily="18" charset="0"/>
                                    <a:cs typeface="Times New Roman" panose="02020603050405020304" pitchFamily="18" charset="0"/>
                                  </a:rPr>
                                  <m:t>A</m:t>
                                </m:r>
                                <m:r>
                                  <m:rPr>
                                    <m:nor/>
                                  </m:rPr>
                                  <a:rPr lang="en-US" sz="2200">
                                    <a:effectLst/>
                                    <a:latin typeface="Times New Roman" panose="02020603050405020304" pitchFamily="18" charset="0"/>
                                    <a:cs typeface="Times New Roman" panose="02020603050405020304" pitchFamily="18" charset="0"/>
                                  </a:rPr>
                                  <m:t> ⊕ </m:t>
                                </m:r>
                                <m:r>
                                  <m:rPr>
                                    <m:nor/>
                                  </m:rPr>
                                  <a:rPr lang="en-US" sz="2200">
                                    <a:effectLst/>
                                    <a:latin typeface="Times New Roman" panose="02020603050405020304" pitchFamily="18" charset="0"/>
                                    <a:cs typeface="Times New Roman" panose="02020603050405020304" pitchFamily="18" charset="0"/>
                                  </a:rPr>
                                  <m:t>B</m:t>
                                </m:r>
                              </m:oMath>
                            </m:oMathPara>
                          </a14:m>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68819946"/>
                      </a:ext>
                    </a:extLst>
                  </a:tr>
                </a:tbl>
              </a:graphicData>
            </a:graphic>
          </p:graphicFrame>
        </mc:Choice>
        <mc:Fallback xmlns="">
          <p:graphicFrame>
            <p:nvGraphicFramePr>
              <p:cNvPr id="6" name="Table 5">
                <a:extLst>
                  <a:ext uri="{FF2B5EF4-FFF2-40B4-BE49-F238E27FC236}">
                    <a16:creationId xmlns:a16="http://schemas.microsoft.com/office/drawing/2014/main" id="{BB3ED5B9-BCEF-2440-0B6A-EE9F3BF51781}"/>
                  </a:ext>
                </a:extLst>
              </p:cNvPr>
              <p:cNvGraphicFramePr>
                <a:graphicFrameLocks noGrp="1"/>
              </p:cNvGraphicFramePr>
              <p:nvPr>
                <p:extLst>
                  <p:ext uri="{D42A27DB-BD31-4B8C-83A1-F6EECF244321}">
                    <p14:modId xmlns:p14="http://schemas.microsoft.com/office/powerpoint/2010/main" val="2805167265"/>
                  </p:ext>
                </p:extLst>
              </p:nvPr>
            </p:nvGraphicFramePr>
            <p:xfrm>
              <a:off x="3330414" y="1748154"/>
              <a:ext cx="3089906" cy="4107307"/>
            </p:xfrm>
            <a:graphic>
              <a:graphicData uri="http://schemas.openxmlformats.org/drawingml/2006/table">
                <a:tbl>
                  <a:tblPr firstRow="1" firstCol="1" bandRow="1">
                    <a:tableStyleId>{5940675A-B579-460E-94D1-54222C63F5DA}</a:tableStyleId>
                  </a:tblPr>
                  <a:tblGrid>
                    <a:gridCol w="1697296">
                      <a:extLst>
                        <a:ext uri="{9D8B030D-6E8A-4147-A177-3AD203B41FA5}">
                          <a16:colId xmlns:a16="http://schemas.microsoft.com/office/drawing/2014/main" val="607817226"/>
                        </a:ext>
                      </a:extLst>
                    </a:gridCol>
                    <a:gridCol w="1392610">
                      <a:extLst>
                        <a:ext uri="{9D8B030D-6E8A-4147-A177-3AD203B41FA5}">
                          <a16:colId xmlns:a16="http://schemas.microsoft.com/office/drawing/2014/main" val="3686584232"/>
                        </a:ext>
                      </a:extLst>
                    </a:gridCol>
                  </a:tblGrid>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Opcode[2:0]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Phép toán</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36855745"/>
                      </a:ext>
                    </a:extLst>
                  </a:tr>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000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A + B</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5004734"/>
                      </a:ext>
                    </a:extLst>
                  </a:tr>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001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A + 1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04292781"/>
                      </a:ext>
                    </a:extLst>
                  </a:tr>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010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6900401"/>
                      </a:ext>
                    </a:extLst>
                  </a:tr>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011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1</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943400289"/>
                      </a:ext>
                    </a:extLst>
                  </a:tr>
                  <a:tr h="442722">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100</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&amp;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694320862"/>
                      </a:ext>
                    </a:extLst>
                  </a:tr>
                  <a:tr h="442722">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101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lnSpc>
                              <a:spcPct val="150000"/>
                            </a:lnSpc>
                            <a:spcBef>
                              <a:spcPts val="0"/>
                            </a:spcBef>
                            <a:spcAft>
                              <a:spcPts val="0"/>
                            </a:spcAft>
                          </a:pPr>
                          <a:r>
                            <a:rPr lang="en-US" sz="2200" dirty="0">
                              <a:effectLst/>
                              <a:latin typeface="Times New Roman" panose="02020603050405020304" pitchFamily="18" charset="0"/>
                              <a:cs typeface="Times New Roman" panose="02020603050405020304" pitchFamily="18" charset="0"/>
                            </a:rPr>
                            <a:t>A | B</a:t>
                          </a:r>
                          <a:endParaRPr lang="en-US" sz="2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98144536"/>
                      </a:ext>
                    </a:extLst>
                  </a:tr>
                  <a:tr h="505333">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110</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5"/>
                          <a:stretch>
                            <a:fillRect l="-122271" t="-614458" r="-873" b="-121687"/>
                          </a:stretch>
                        </a:blipFill>
                      </a:tcPr>
                    </a:tc>
                    <a:extLst>
                      <a:ext uri="{0D108BD9-81ED-4DB2-BD59-A6C34878D82A}">
                        <a16:rowId xmlns:a16="http://schemas.microsoft.com/office/drawing/2014/main" val="1020212432"/>
                      </a:ext>
                    </a:extLst>
                  </a:tr>
                  <a:tr h="502920">
                    <a:tc>
                      <a:txBody>
                        <a:bodyPr/>
                        <a:lstStyle/>
                        <a:p>
                          <a:pPr marL="0" marR="0" indent="0" algn="ctr">
                            <a:lnSpc>
                              <a:spcPct val="150000"/>
                            </a:lnSpc>
                            <a:spcBef>
                              <a:spcPts val="0"/>
                            </a:spcBef>
                            <a:spcAft>
                              <a:spcPts val="0"/>
                            </a:spcAft>
                          </a:pPr>
                          <a:r>
                            <a:rPr lang="en-US" sz="2200">
                              <a:effectLst/>
                              <a:latin typeface="Times New Roman" panose="02020603050405020304" pitchFamily="18" charset="0"/>
                              <a:cs typeface="Times New Roman" panose="02020603050405020304" pitchFamily="18" charset="0"/>
                            </a:rPr>
                            <a:t>111</a:t>
                          </a:r>
                          <a:endParaRPr lang="en-US" sz="2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5"/>
                          <a:stretch>
                            <a:fillRect l="-122271" t="-714458" r="-873" b="-21687"/>
                          </a:stretch>
                        </a:blipFill>
                      </a:tcPr>
                    </a:tc>
                    <a:extLst>
                      <a:ext uri="{0D108BD9-81ED-4DB2-BD59-A6C34878D82A}">
                        <a16:rowId xmlns:a16="http://schemas.microsoft.com/office/drawing/2014/main" val="568819946"/>
                      </a:ext>
                    </a:extLst>
                  </a:tr>
                </a:tbl>
              </a:graphicData>
            </a:graphic>
          </p:graphicFrame>
        </mc:Fallback>
      </mc:AlternateContent>
      <p:graphicFrame>
        <p:nvGraphicFramePr>
          <p:cNvPr id="7" name="Object 6">
            <a:extLst>
              <a:ext uri="{FF2B5EF4-FFF2-40B4-BE49-F238E27FC236}">
                <a16:creationId xmlns:a16="http://schemas.microsoft.com/office/drawing/2014/main" id="{E5F7B7E6-7614-3F14-BFC9-BFFE10334F25}"/>
              </a:ext>
            </a:extLst>
          </p:cNvPr>
          <p:cNvGraphicFramePr>
            <a:graphicFrameLocks noChangeAspect="1"/>
          </p:cNvGraphicFramePr>
          <p:nvPr/>
        </p:nvGraphicFramePr>
        <p:xfrm>
          <a:off x="6420320" y="1754695"/>
          <a:ext cx="5692359" cy="4293806"/>
        </p:xfrm>
        <a:graphic>
          <a:graphicData uri="http://schemas.openxmlformats.org/presentationml/2006/ole">
            <mc:AlternateContent xmlns:mc="http://schemas.openxmlformats.org/markup-compatibility/2006">
              <mc:Choice xmlns:v="urn:schemas-microsoft-com:vml" Requires="v">
                <p:oleObj name="Visio" r:id="rId6" imgW="4734122" imgH="3562460" progId="Visio.Drawing.15">
                  <p:embed/>
                </p:oleObj>
              </mc:Choice>
              <mc:Fallback>
                <p:oleObj name="Visio" r:id="rId6" imgW="4734122" imgH="3562460" progId="Visio.Drawing.15">
                  <p:embed/>
                  <p:pic>
                    <p:nvPicPr>
                      <p:cNvPr id="7" name="Object 6">
                        <a:extLst>
                          <a:ext uri="{FF2B5EF4-FFF2-40B4-BE49-F238E27FC236}">
                            <a16:creationId xmlns:a16="http://schemas.microsoft.com/office/drawing/2014/main" id="{E5F7B7E6-7614-3F14-BFC9-BFFE10334F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20320" y="1754695"/>
                        <a:ext cx="5692359" cy="4293806"/>
                      </a:xfrm>
                      <a:prstGeom prst="rect">
                        <a:avLst/>
                      </a:prstGeom>
                      <a:noFill/>
                    </p:spPr>
                  </p:pic>
                </p:oleObj>
              </mc:Fallback>
            </mc:AlternateContent>
          </a:graphicData>
        </a:graphic>
      </p:graphicFrame>
      <p:sp>
        <p:nvSpPr>
          <p:cNvPr id="8" name="Rounded Rectangle 7">
            <a:extLst>
              <a:ext uri="{FF2B5EF4-FFF2-40B4-BE49-F238E27FC236}">
                <a16:creationId xmlns:a16="http://schemas.microsoft.com/office/drawing/2014/main" id="{0FF55CB8-32B3-5658-9B30-6A42E2F97D6C}"/>
              </a:ext>
            </a:extLst>
          </p:cNvPr>
          <p:cNvSpPr/>
          <p:nvPr/>
        </p:nvSpPr>
        <p:spPr>
          <a:xfrm>
            <a:off x="3330413" y="2183218"/>
            <a:ext cx="3089905" cy="1765930"/>
          </a:xfrm>
          <a:prstGeom prst="roundRect">
            <a:avLst>
              <a:gd name="adj" fmla="val 0"/>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9" name="Rounded Rectangle 8">
            <a:extLst>
              <a:ext uri="{FF2B5EF4-FFF2-40B4-BE49-F238E27FC236}">
                <a16:creationId xmlns:a16="http://schemas.microsoft.com/office/drawing/2014/main" id="{D1BFD921-2998-E37E-4699-DF6669EA1E4A}"/>
              </a:ext>
            </a:extLst>
          </p:cNvPr>
          <p:cNvSpPr/>
          <p:nvPr/>
        </p:nvSpPr>
        <p:spPr>
          <a:xfrm>
            <a:off x="3330413" y="3962314"/>
            <a:ext cx="3089905" cy="1892705"/>
          </a:xfrm>
          <a:prstGeom prst="roundRect">
            <a:avLst>
              <a:gd name="adj" fmla="val 0"/>
            </a:avLst>
          </a:prstGeom>
          <a:noFill/>
          <a:ln w="28575"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10" name="Rounded Rectangle 9">
            <a:extLst>
              <a:ext uri="{FF2B5EF4-FFF2-40B4-BE49-F238E27FC236}">
                <a16:creationId xmlns:a16="http://schemas.microsoft.com/office/drawing/2014/main" id="{B2ECB89C-417F-D4F3-9AB2-202EA9EDC9F4}"/>
              </a:ext>
            </a:extLst>
          </p:cNvPr>
          <p:cNvSpPr/>
          <p:nvPr/>
        </p:nvSpPr>
        <p:spPr>
          <a:xfrm>
            <a:off x="8481391" y="4982817"/>
            <a:ext cx="1028833" cy="1072225"/>
          </a:xfrm>
          <a:prstGeom prst="roundRect">
            <a:avLst>
              <a:gd name="adj" fmla="val 0"/>
            </a:avLst>
          </a:prstGeom>
          <a:noFill/>
          <a:ln w="28575" cap="flat" cmpd="sng" algn="ctr">
            <a:solidFill>
              <a:srgbClr val="92D05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
        <p:nvSpPr>
          <p:cNvPr id="11" name="Rounded Rectangle 10">
            <a:extLst>
              <a:ext uri="{FF2B5EF4-FFF2-40B4-BE49-F238E27FC236}">
                <a16:creationId xmlns:a16="http://schemas.microsoft.com/office/drawing/2014/main" id="{0E46FF7D-264C-54BB-C42D-40E1249702B1}"/>
              </a:ext>
            </a:extLst>
          </p:cNvPr>
          <p:cNvSpPr/>
          <p:nvPr/>
        </p:nvSpPr>
        <p:spPr>
          <a:xfrm>
            <a:off x="8516310" y="2779636"/>
            <a:ext cx="1028833" cy="1072225"/>
          </a:xfrm>
          <a:prstGeom prst="roundRect">
            <a:avLst>
              <a:gd name="adj" fmla="val 0"/>
            </a:avLst>
          </a:prstGeom>
          <a:noFill/>
          <a:ln w="28575" cap="flat" cmpd="sng" algn="ctr">
            <a:solidFill>
              <a:srgbClr val="FF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V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8221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Bộ chọn (Mux)</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40</a:t>
            </a:fld>
            <a:endParaRPr lang="en-VN" dirty="0"/>
          </a:p>
        </p:txBody>
      </p:sp>
      <p:graphicFrame>
        <p:nvGraphicFramePr>
          <p:cNvPr id="8" name="Object 7">
            <a:extLst>
              <a:ext uri="{FF2B5EF4-FFF2-40B4-BE49-F238E27FC236}">
                <a16:creationId xmlns:a16="http://schemas.microsoft.com/office/drawing/2014/main" id="{66B207E7-6750-8EED-1F40-E3BC1004958F}"/>
              </a:ext>
            </a:extLst>
          </p:cNvPr>
          <p:cNvGraphicFramePr>
            <a:graphicFrameLocks noChangeAspect="1"/>
          </p:cNvGraphicFramePr>
          <p:nvPr>
            <p:extLst>
              <p:ext uri="{D42A27DB-BD31-4B8C-83A1-F6EECF244321}">
                <p14:modId xmlns:p14="http://schemas.microsoft.com/office/powerpoint/2010/main" val="3751811367"/>
              </p:ext>
            </p:extLst>
          </p:nvPr>
        </p:nvGraphicFramePr>
        <p:xfrm>
          <a:off x="722297" y="1130645"/>
          <a:ext cx="3288546" cy="2747963"/>
        </p:xfrm>
        <a:graphic>
          <a:graphicData uri="http://schemas.openxmlformats.org/presentationml/2006/ole">
            <mc:AlternateContent xmlns:mc="http://schemas.openxmlformats.org/markup-compatibility/2006">
              <mc:Choice xmlns:v="urn:schemas-microsoft-com:vml" Requires="v">
                <p:oleObj name="Visio" r:id="rId3" imgW="2257437" imgH="1895418" progId="Visio.Drawing.15">
                  <p:embed/>
                </p:oleObj>
              </mc:Choice>
              <mc:Fallback>
                <p:oleObj name="Visio" r:id="rId3" imgW="2257437" imgH="1895418" progId="Visio.Drawing.15">
                  <p:embed/>
                  <p:pic>
                    <p:nvPicPr>
                      <p:cNvPr id="16" name="Object 15">
                        <a:extLst>
                          <a:ext uri="{FF2B5EF4-FFF2-40B4-BE49-F238E27FC236}">
                            <a16:creationId xmlns:a16="http://schemas.microsoft.com/office/drawing/2014/main" id="{D36ED1FF-D78C-B6EE-2F33-8D01B8A747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297" y="1130645"/>
                        <a:ext cx="3288546" cy="2747963"/>
                      </a:xfrm>
                      <a:prstGeom prst="rect">
                        <a:avLst/>
                      </a:prstGeom>
                      <a:noFill/>
                    </p:spPr>
                  </p:pic>
                </p:oleObj>
              </mc:Fallback>
            </mc:AlternateContent>
          </a:graphicData>
        </a:graphic>
      </p:graphicFrame>
      <p:graphicFrame>
        <p:nvGraphicFramePr>
          <p:cNvPr id="9" name="Table 8">
            <a:extLst>
              <a:ext uri="{FF2B5EF4-FFF2-40B4-BE49-F238E27FC236}">
                <a16:creationId xmlns:a16="http://schemas.microsoft.com/office/drawing/2014/main" id="{12306BE1-51DD-2E80-DEE1-40575F372866}"/>
              </a:ext>
            </a:extLst>
          </p:cNvPr>
          <p:cNvGraphicFramePr>
            <a:graphicFrameLocks noGrp="1"/>
          </p:cNvGraphicFramePr>
          <p:nvPr>
            <p:extLst>
              <p:ext uri="{D42A27DB-BD31-4B8C-83A1-F6EECF244321}">
                <p14:modId xmlns:p14="http://schemas.microsoft.com/office/powerpoint/2010/main" val="773057046"/>
              </p:ext>
            </p:extLst>
          </p:nvPr>
        </p:nvGraphicFramePr>
        <p:xfrm>
          <a:off x="4215352" y="1130645"/>
          <a:ext cx="1828800" cy="3291840"/>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3239405882"/>
                    </a:ext>
                  </a:extLst>
                </a:gridCol>
                <a:gridCol w="457200">
                  <a:extLst>
                    <a:ext uri="{9D8B030D-6E8A-4147-A177-3AD203B41FA5}">
                      <a16:colId xmlns:a16="http://schemas.microsoft.com/office/drawing/2014/main" val="985057582"/>
                    </a:ext>
                  </a:extLst>
                </a:gridCol>
                <a:gridCol w="457200">
                  <a:extLst>
                    <a:ext uri="{9D8B030D-6E8A-4147-A177-3AD203B41FA5}">
                      <a16:colId xmlns:a16="http://schemas.microsoft.com/office/drawing/2014/main" val="2658266245"/>
                    </a:ext>
                  </a:extLst>
                </a:gridCol>
                <a:gridCol w="457200">
                  <a:extLst>
                    <a:ext uri="{9D8B030D-6E8A-4147-A177-3AD203B41FA5}">
                      <a16:colId xmlns:a16="http://schemas.microsoft.com/office/drawing/2014/main" val="3571042262"/>
                    </a:ext>
                  </a:extLst>
                </a:gridCol>
              </a:tblGrid>
              <a:tr h="365760">
                <a:tc>
                  <a:txBody>
                    <a:bodyPr/>
                    <a:lstStyle/>
                    <a:p>
                      <a:pPr marL="0" marR="0" algn="ctr">
                        <a:lnSpc>
                          <a:spcPct val="125000"/>
                        </a:lnSpc>
                        <a:spcBef>
                          <a:spcPts val="600"/>
                        </a:spcBef>
                        <a:spcAft>
                          <a:spcPts val="0"/>
                        </a:spcAft>
                      </a:pPr>
                      <a:r>
                        <a:rPr lang="vi-VN" sz="2000" spc="-20" dirty="0">
                          <a:effectLst/>
                          <a:latin typeface="+mj-lt"/>
                        </a:rPr>
                        <a:t>S</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D1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D0</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Y</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88292650"/>
                  </a:ext>
                </a:extLst>
              </a:tr>
              <a:tr h="365760">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a:effectLst/>
                          <a:latin typeface="+mj-lt"/>
                        </a:rPr>
                        <a:t>0</a:t>
                      </a:r>
                      <a:endParaRPr lang="en-US" sz="200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22296289"/>
                  </a:ext>
                </a:extLst>
              </a:tr>
              <a:tr h="365760">
                <a:tc>
                  <a:txBody>
                    <a:bodyPr/>
                    <a:lstStyle/>
                    <a:p>
                      <a:pPr marL="0" marR="0" algn="ctr">
                        <a:lnSpc>
                          <a:spcPct val="125000"/>
                        </a:lnSpc>
                        <a:spcBef>
                          <a:spcPts val="600"/>
                        </a:spcBef>
                        <a:spcAft>
                          <a:spcPts val="0"/>
                        </a:spcAft>
                      </a:pPr>
                      <a:r>
                        <a:rPr lang="vi-VN" sz="2000" spc="-20">
                          <a:effectLst/>
                          <a:latin typeface="+mj-lt"/>
                        </a:rPr>
                        <a:t>0</a:t>
                      </a:r>
                      <a:endParaRPr lang="en-US" sz="200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a:effectLst/>
                          <a:latin typeface="+mj-lt"/>
                        </a:rPr>
                        <a:t>1</a:t>
                      </a:r>
                      <a:endParaRPr lang="en-US" sz="200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25099112"/>
                  </a:ext>
                </a:extLst>
              </a:tr>
              <a:tr h="365760">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a:effectLst/>
                          <a:latin typeface="+mj-lt"/>
                        </a:rPr>
                        <a:t>0</a:t>
                      </a:r>
                      <a:endParaRPr lang="en-US" sz="200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015669720"/>
                  </a:ext>
                </a:extLst>
              </a:tr>
              <a:tr h="365760">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05036667"/>
                  </a:ext>
                </a:extLst>
              </a:tr>
              <a:tr h="365760">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4748194"/>
                  </a:ext>
                </a:extLst>
              </a:tr>
              <a:tr h="365760">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61982187"/>
                  </a:ext>
                </a:extLst>
              </a:tr>
              <a:tr h="365760">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0</a:t>
                      </a:r>
                      <a:endParaRPr lang="en-US" sz="2000" dirty="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31066820"/>
                  </a:ext>
                </a:extLst>
              </a:tr>
              <a:tr h="365760">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a:effectLst/>
                          <a:latin typeface="+mj-lt"/>
                        </a:rPr>
                        <a:t>1</a:t>
                      </a:r>
                      <a:endParaRPr lang="en-US" sz="2000">
                        <a:effectLst/>
                        <a:latin typeface="+mj-lt"/>
                        <a:ea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000" spc="-20" dirty="0">
                          <a:effectLst/>
                          <a:latin typeface="+mj-lt"/>
                        </a:rPr>
                        <a:t>1</a:t>
                      </a:r>
                      <a:endParaRPr lang="en-US" sz="2000" dirty="0">
                        <a:effectLst/>
                        <a:latin typeface="+mj-lt"/>
                        <a:ea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28578358"/>
                  </a:ext>
                </a:extLst>
              </a:tr>
            </a:tbl>
          </a:graphicData>
        </a:graphic>
      </p:graphicFrame>
      <p:graphicFrame>
        <p:nvGraphicFramePr>
          <p:cNvPr id="10" name="Table 9">
            <a:extLst>
              <a:ext uri="{FF2B5EF4-FFF2-40B4-BE49-F238E27FC236}">
                <a16:creationId xmlns:a16="http://schemas.microsoft.com/office/drawing/2014/main" id="{E2844A35-BDCC-07B5-4E73-A96C197D0D17}"/>
              </a:ext>
            </a:extLst>
          </p:cNvPr>
          <p:cNvGraphicFramePr>
            <a:graphicFrameLocks noGrp="1"/>
          </p:cNvGraphicFramePr>
          <p:nvPr>
            <p:extLst>
              <p:ext uri="{D42A27DB-BD31-4B8C-83A1-F6EECF244321}">
                <p14:modId xmlns:p14="http://schemas.microsoft.com/office/powerpoint/2010/main" val="2680281472"/>
              </p:ext>
            </p:extLst>
          </p:nvPr>
        </p:nvGraphicFramePr>
        <p:xfrm>
          <a:off x="6772531" y="1130645"/>
          <a:ext cx="914400" cy="1224915"/>
        </p:xfrm>
        <a:graphic>
          <a:graphicData uri="http://schemas.openxmlformats.org/drawingml/2006/table">
            <a:tbl>
              <a:tblPr firstRow="1" firstCol="1" bandRow="1">
                <a:tableStyleId>{5940675A-B579-460E-94D1-54222C63F5DA}</a:tableStyleId>
              </a:tblPr>
              <a:tblGrid>
                <a:gridCol w="457200">
                  <a:extLst>
                    <a:ext uri="{9D8B030D-6E8A-4147-A177-3AD203B41FA5}">
                      <a16:colId xmlns:a16="http://schemas.microsoft.com/office/drawing/2014/main" val="1700845312"/>
                    </a:ext>
                  </a:extLst>
                </a:gridCol>
                <a:gridCol w="457200">
                  <a:extLst>
                    <a:ext uri="{9D8B030D-6E8A-4147-A177-3AD203B41FA5}">
                      <a16:colId xmlns:a16="http://schemas.microsoft.com/office/drawing/2014/main" val="3989985981"/>
                    </a:ext>
                  </a:extLst>
                </a:gridCol>
              </a:tblGrid>
              <a:tr h="0">
                <a:tc>
                  <a:txBody>
                    <a:bodyPr/>
                    <a:lstStyle/>
                    <a:p>
                      <a:pPr marL="0" marR="0" algn="ctr">
                        <a:lnSpc>
                          <a:spcPct val="150000"/>
                        </a:lnSpc>
                        <a:spcBef>
                          <a:spcPts val="600"/>
                        </a:spcBef>
                        <a:spcAft>
                          <a:spcPts val="0"/>
                        </a:spcAft>
                      </a:pPr>
                      <a:r>
                        <a:rPr lang="vi-VN" sz="2000" spc="-20" dirty="0">
                          <a:effectLst/>
                          <a:latin typeface="+mj-lt"/>
                        </a:rPr>
                        <a:t>S</a:t>
                      </a:r>
                      <a:endParaRPr lang="en-US" sz="2000" dirty="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dirty="0">
                          <a:effectLst/>
                          <a:latin typeface="+mj-lt"/>
                        </a:rPr>
                        <a:t>Y</a:t>
                      </a:r>
                      <a:endParaRPr lang="en-US"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0771463"/>
                  </a:ext>
                </a:extLst>
              </a:tr>
              <a:tr h="0">
                <a:tc>
                  <a:txBody>
                    <a:bodyPr/>
                    <a:lstStyle/>
                    <a:p>
                      <a:pPr marL="0" marR="0" algn="ctr">
                        <a:lnSpc>
                          <a:spcPct val="150000"/>
                        </a:lnSpc>
                        <a:spcBef>
                          <a:spcPts val="600"/>
                        </a:spcBef>
                        <a:spcAft>
                          <a:spcPts val="0"/>
                        </a:spcAft>
                      </a:pPr>
                      <a:r>
                        <a:rPr lang="vi-VN" sz="2000" spc="-20">
                          <a:effectLst/>
                          <a:latin typeface="+mj-lt"/>
                        </a:rPr>
                        <a:t>0</a:t>
                      </a:r>
                      <a:endParaRPr lang="en-US" sz="20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dirty="0">
                          <a:effectLst/>
                          <a:latin typeface="+mj-lt"/>
                        </a:rPr>
                        <a:t>D0</a:t>
                      </a:r>
                      <a:endParaRPr lang="en-US"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97369146"/>
                  </a:ext>
                </a:extLst>
              </a:tr>
              <a:tr h="0">
                <a:tc>
                  <a:txBody>
                    <a:bodyPr/>
                    <a:lstStyle/>
                    <a:p>
                      <a:pPr marL="0" marR="0" algn="ctr">
                        <a:lnSpc>
                          <a:spcPct val="150000"/>
                        </a:lnSpc>
                        <a:spcBef>
                          <a:spcPts val="600"/>
                        </a:spcBef>
                        <a:spcAft>
                          <a:spcPts val="0"/>
                        </a:spcAft>
                      </a:pPr>
                      <a:r>
                        <a:rPr lang="vi-VN" sz="2000" spc="-20">
                          <a:effectLst/>
                          <a:latin typeface="+mj-lt"/>
                        </a:rPr>
                        <a:t>1</a:t>
                      </a:r>
                      <a:endParaRPr lang="en-US" sz="2000">
                        <a:effectLst/>
                        <a:latin typeface="+mj-lt"/>
                        <a:ea typeface="Times New Roman" panose="02020603050405020304" pitchFamily="18" charset="0"/>
                      </a:endParaRPr>
                    </a:p>
                  </a:txBody>
                  <a:tcPr marL="68580" marR="6858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50000"/>
                        </a:lnSpc>
                        <a:spcBef>
                          <a:spcPts val="600"/>
                        </a:spcBef>
                        <a:spcAft>
                          <a:spcPts val="0"/>
                        </a:spcAft>
                      </a:pPr>
                      <a:r>
                        <a:rPr lang="vi-VN" sz="2000" spc="-20" dirty="0">
                          <a:effectLst/>
                          <a:latin typeface="+mj-lt"/>
                        </a:rPr>
                        <a:t>D1</a:t>
                      </a:r>
                      <a:endParaRPr lang="en-US" sz="2000" dirty="0">
                        <a:effectLst/>
                        <a:latin typeface="+mj-lt"/>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686173"/>
                  </a:ext>
                </a:extLst>
              </a:tr>
            </a:tbl>
          </a:graphicData>
        </a:graphic>
      </p:graphicFrame>
      <p:pic>
        <p:nvPicPr>
          <p:cNvPr id="11" name="Picture 10" descr="fg09_00000_AAGTOBT0">
            <a:extLst>
              <a:ext uri="{FF2B5EF4-FFF2-40B4-BE49-F238E27FC236}">
                <a16:creationId xmlns:a16="http://schemas.microsoft.com/office/drawing/2014/main" id="{504C0C48-D640-2C15-AD1B-C324ADEA94F0}"/>
              </a:ext>
            </a:extLst>
          </p:cNvPr>
          <p:cNvPicPr>
            <a:picLocks noChangeAspect="1" noChangeArrowheads="1"/>
          </p:cNvPicPr>
          <p:nvPr>
            <p:custDataLst>
              <p:tags r:id="rId1"/>
            </p:custDataLst>
          </p:nvPr>
        </p:nvPicPr>
        <p:blipFill rotWithShape="1">
          <a:blip r:embed="rId5">
            <a:extLst>
              <a:ext uri="{28A0092B-C50C-407E-A947-70E740481C1C}">
                <a14:useLocalDpi xmlns:a14="http://schemas.microsoft.com/office/drawing/2010/main" val="0"/>
              </a:ext>
            </a:extLst>
          </a:blip>
          <a:srcRect r="25171"/>
          <a:stretch/>
        </p:blipFill>
        <p:spPr bwMode="auto">
          <a:xfrm>
            <a:off x="7993208" y="1103676"/>
            <a:ext cx="3810000" cy="25037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aphicFrame>
        <p:nvGraphicFramePr>
          <p:cNvPr id="12" name="Content Placeholder 11">
            <a:extLst>
              <a:ext uri="{FF2B5EF4-FFF2-40B4-BE49-F238E27FC236}">
                <a16:creationId xmlns:a16="http://schemas.microsoft.com/office/drawing/2014/main" id="{DE44CFB8-B790-8547-B666-BECC4950BABF}"/>
              </a:ext>
            </a:extLst>
          </p:cNvPr>
          <p:cNvGraphicFramePr>
            <a:graphicFrameLocks noGrp="1" noChangeAspect="1"/>
          </p:cNvGraphicFramePr>
          <p:nvPr>
            <p:ph idx="1"/>
            <p:extLst>
              <p:ext uri="{D42A27DB-BD31-4B8C-83A1-F6EECF244321}">
                <p14:modId xmlns:p14="http://schemas.microsoft.com/office/powerpoint/2010/main" val="3025256017"/>
              </p:ext>
            </p:extLst>
          </p:nvPr>
        </p:nvGraphicFramePr>
        <p:xfrm>
          <a:off x="6855954" y="3425600"/>
          <a:ext cx="2771775" cy="2447925"/>
        </p:xfrm>
        <a:graphic>
          <a:graphicData uri="http://schemas.openxmlformats.org/presentationml/2006/ole">
            <mc:AlternateContent xmlns:mc="http://schemas.openxmlformats.org/markup-compatibility/2006">
              <mc:Choice xmlns:v="urn:schemas-microsoft-com:vml" Requires="v">
                <p:oleObj name="Visio" r:id="rId6" imgW="2771922" imgH="2447844" progId="Visio.Drawing.15">
                  <p:embed/>
                </p:oleObj>
              </mc:Choice>
              <mc:Fallback>
                <p:oleObj name="Visio" r:id="rId6" imgW="2771922" imgH="2447844" progId="Visio.Drawing.15">
                  <p:embed/>
                  <p:pic>
                    <p:nvPicPr>
                      <p:cNvPr id="7" name="Object 6">
                        <a:extLst>
                          <a:ext uri="{FF2B5EF4-FFF2-40B4-BE49-F238E27FC236}">
                            <a16:creationId xmlns:a16="http://schemas.microsoft.com/office/drawing/2014/main" id="{02CDC81D-DEF8-CE7F-9FE4-F0B3227FB4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5954" y="3425600"/>
                        <a:ext cx="2771775" cy="2447925"/>
                      </a:xfrm>
                      <a:prstGeom prst="rect">
                        <a:avLst/>
                      </a:prstGeom>
                      <a:noFill/>
                    </p:spPr>
                  </p:pic>
                </p:oleObj>
              </mc:Fallback>
            </mc:AlternateContent>
          </a:graphicData>
        </a:graphic>
      </p:graphicFrame>
    </p:spTree>
    <p:extLst>
      <p:ext uri="{BB962C8B-B14F-4D97-AF65-F5344CB8AC3E}">
        <p14:creationId xmlns:p14="http://schemas.microsoft.com/office/powerpoint/2010/main" val="3974592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Bộ cộng</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41</a:t>
            </a:fld>
            <a:endParaRPr lang="en-VN" dirty="0"/>
          </a:p>
        </p:txBody>
      </p:sp>
      <p:grpSp>
        <p:nvGrpSpPr>
          <p:cNvPr id="8" name="Group 7">
            <a:extLst>
              <a:ext uri="{FF2B5EF4-FFF2-40B4-BE49-F238E27FC236}">
                <a16:creationId xmlns:a16="http://schemas.microsoft.com/office/drawing/2014/main" id="{F4208E10-510F-FD8F-A291-11C6B4E47A82}"/>
              </a:ext>
            </a:extLst>
          </p:cNvPr>
          <p:cNvGrpSpPr/>
          <p:nvPr/>
        </p:nvGrpSpPr>
        <p:grpSpPr>
          <a:xfrm>
            <a:off x="774145" y="1338649"/>
            <a:ext cx="2971800" cy="2305110"/>
            <a:chOff x="4953000" y="4495800"/>
            <a:chExt cx="2971800" cy="2305110"/>
          </a:xfrm>
        </p:grpSpPr>
        <p:pic>
          <p:nvPicPr>
            <p:cNvPr id="9" name="Picture 2" descr="C:\Users\quado\Desktop\download.jpe">
              <a:extLst>
                <a:ext uri="{FF2B5EF4-FFF2-40B4-BE49-F238E27FC236}">
                  <a16:creationId xmlns:a16="http://schemas.microsoft.com/office/drawing/2014/main" id="{66A2D7D7-526D-E5B5-457B-00DF0C8EE60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52749" y="4572000"/>
              <a:ext cx="2872051" cy="1855787"/>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Rectangle 9">
              <a:extLst>
                <a:ext uri="{FF2B5EF4-FFF2-40B4-BE49-F238E27FC236}">
                  <a16:creationId xmlns:a16="http://schemas.microsoft.com/office/drawing/2014/main" id="{0D42E093-EB01-5F97-280C-EBBB8D741449}"/>
                </a:ext>
              </a:extLst>
            </p:cNvPr>
            <p:cNvSpPr/>
            <p:nvPr/>
          </p:nvSpPr>
          <p:spPr>
            <a:xfrm>
              <a:off x="5594113" y="6400800"/>
              <a:ext cx="1653017" cy="400110"/>
            </a:xfrm>
            <a:prstGeom prst="rect">
              <a:avLst/>
            </a:prstGeom>
          </p:spPr>
          <p:txBody>
            <a:bodyPr wrap="none">
              <a:spAutoFit/>
            </a:bodyPr>
            <a:lstStyle/>
            <a:p>
              <a:r>
                <a:rPr lang="en-US" sz="2000">
                  <a:latin typeface="Arial" panose="020B0604020202020204" pitchFamily="34" charset="0"/>
                  <a:cs typeface="Arial" panose="020B0604020202020204" pitchFamily="34" charset="0"/>
                </a:rPr>
                <a:t>Bộ nửa cộng</a:t>
              </a:r>
              <a:endParaRPr lang="en-US" sz="20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D729CF77-DF27-ECFC-F27C-0F0046130A95}"/>
                </a:ext>
              </a:extLst>
            </p:cNvPr>
            <p:cNvSpPr txBox="1"/>
            <p:nvPr/>
          </p:nvSpPr>
          <p:spPr>
            <a:xfrm>
              <a:off x="4953000" y="4495800"/>
              <a:ext cx="381000" cy="523220"/>
            </a:xfrm>
            <a:prstGeom prst="rect">
              <a:avLst/>
            </a:prstGeom>
            <a:solidFill>
              <a:schemeClr val="bg1"/>
            </a:solidFill>
            <a:ln>
              <a:solidFill>
                <a:schemeClr val="bg1"/>
              </a:solidFill>
            </a:ln>
          </p:spPr>
          <p:txBody>
            <a:bodyPr wrap="square" rtlCol="0">
              <a:spAutoFit/>
            </a:bodyPr>
            <a:lstStyle/>
            <a:p>
              <a:r>
                <a:rPr lang="en-US" sz="2800" i="1" dirty="0"/>
                <a:t>x</a:t>
              </a:r>
              <a:endParaRPr lang="vi-VN" sz="2800" i="1" dirty="0"/>
            </a:p>
          </p:txBody>
        </p:sp>
        <p:sp>
          <p:nvSpPr>
            <p:cNvPr id="12" name="TextBox 11">
              <a:extLst>
                <a:ext uri="{FF2B5EF4-FFF2-40B4-BE49-F238E27FC236}">
                  <a16:creationId xmlns:a16="http://schemas.microsoft.com/office/drawing/2014/main" id="{360DDFD3-EE12-58F1-1BDB-691B230308E1}"/>
                </a:ext>
              </a:extLst>
            </p:cNvPr>
            <p:cNvSpPr txBox="1"/>
            <p:nvPr/>
          </p:nvSpPr>
          <p:spPr>
            <a:xfrm>
              <a:off x="4953000" y="4953000"/>
              <a:ext cx="381000" cy="523220"/>
            </a:xfrm>
            <a:prstGeom prst="rect">
              <a:avLst/>
            </a:prstGeom>
            <a:solidFill>
              <a:schemeClr val="bg1"/>
            </a:solidFill>
            <a:ln>
              <a:solidFill>
                <a:schemeClr val="bg1"/>
              </a:solidFill>
            </a:ln>
          </p:spPr>
          <p:txBody>
            <a:bodyPr wrap="square" rtlCol="0">
              <a:spAutoFit/>
            </a:bodyPr>
            <a:lstStyle/>
            <a:p>
              <a:r>
                <a:rPr lang="en-US" sz="2800" i="1" dirty="0"/>
                <a:t>y</a:t>
              </a:r>
              <a:endParaRPr lang="vi-VN" sz="2800" i="1" dirty="0"/>
            </a:p>
          </p:txBody>
        </p:sp>
      </p:grpSp>
      <p:graphicFrame>
        <p:nvGraphicFramePr>
          <p:cNvPr id="13" name="Object 12">
            <a:extLst>
              <a:ext uri="{FF2B5EF4-FFF2-40B4-BE49-F238E27FC236}">
                <a16:creationId xmlns:a16="http://schemas.microsoft.com/office/drawing/2014/main" id="{AA2EC742-C82C-F97C-9A85-D7E3988AECFE}"/>
              </a:ext>
            </a:extLst>
          </p:cNvPr>
          <p:cNvGraphicFramePr>
            <a:graphicFrameLocks noChangeAspect="1"/>
          </p:cNvGraphicFramePr>
          <p:nvPr>
            <p:extLst>
              <p:ext uri="{D42A27DB-BD31-4B8C-83A1-F6EECF244321}">
                <p14:modId xmlns:p14="http://schemas.microsoft.com/office/powerpoint/2010/main" val="48578626"/>
              </p:ext>
            </p:extLst>
          </p:nvPr>
        </p:nvGraphicFramePr>
        <p:xfrm>
          <a:off x="4035333" y="1009860"/>
          <a:ext cx="2288946" cy="2163524"/>
        </p:xfrm>
        <a:graphic>
          <a:graphicData uri="http://schemas.openxmlformats.org/presentationml/2006/ole">
            <mc:AlternateContent xmlns:mc="http://schemas.openxmlformats.org/markup-compatibility/2006">
              <mc:Choice xmlns:v="urn:schemas-microsoft-com:vml" Requires="v">
                <p:oleObj name="Visio" r:id="rId3" imgW="2076310" imgH="1961996" progId="Visio.Drawing.15">
                  <p:embed/>
                </p:oleObj>
              </mc:Choice>
              <mc:Fallback>
                <p:oleObj name="Visio" r:id="rId3" imgW="2076310" imgH="1961996" progId="Visio.Drawing.15">
                  <p:embed/>
                  <p:pic>
                    <p:nvPicPr>
                      <p:cNvPr id="2" name="Object 1">
                        <a:extLst>
                          <a:ext uri="{FF2B5EF4-FFF2-40B4-BE49-F238E27FC236}">
                            <a16:creationId xmlns:a16="http://schemas.microsoft.com/office/drawing/2014/main" id="{BA446833-9C06-2C27-7328-01EE6C8B28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5333" y="1009860"/>
                        <a:ext cx="2288946" cy="2163524"/>
                      </a:xfrm>
                      <a:prstGeom prst="rect">
                        <a:avLst/>
                      </a:prstGeom>
                      <a:noFill/>
                    </p:spPr>
                  </p:pic>
                </p:oleObj>
              </mc:Fallback>
            </mc:AlternateContent>
          </a:graphicData>
        </a:graphic>
      </p:graphicFrame>
      <p:grpSp>
        <p:nvGrpSpPr>
          <p:cNvPr id="14" name="Group 16">
            <a:extLst>
              <a:ext uri="{FF2B5EF4-FFF2-40B4-BE49-F238E27FC236}">
                <a16:creationId xmlns:a16="http://schemas.microsoft.com/office/drawing/2014/main" id="{4FE8EE30-48AC-8817-BF91-D18B38A6B39A}"/>
              </a:ext>
            </a:extLst>
          </p:cNvPr>
          <p:cNvGrpSpPr/>
          <p:nvPr/>
        </p:nvGrpSpPr>
        <p:grpSpPr>
          <a:xfrm>
            <a:off x="6514899" y="616912"/>
            <a:ext cx="5396345" cy="3048000"/>
            <a:chOff x="304800" y="2133600"/>
            <a:chExt cx="5396345" cy="3048000"/>
          </a:xfrm>
        </p:grpSpPr>
        <p:pic>
          <p:nvPicPr>
            <p:cNvPr id="15" name="Picture 12">
              <a:extLst>
                <a:ext uri="{FF2B5EF4-FFF2-40B4-BE49-F238E27FC236}">
                  <a16:creationId xmlns:a16="http://schemas.microsoft.com/office/drawing/2014/main" id="{4BCA1559-8178-AA8E-4910-47164F56E67C}"/>
                </a:ext>
              </a:extLst>
            </p:cNvPr>
            <p:cNvPicPr>
              <a:picLocks noChangeAspect="1" noChangeArrowheads="1"/>
            </p:cNvPicPr>
            <p:nvPr/>
          </p:nvPicPr>
          <p:blipFill>
            <a:blip r:embed="rId5" cstate="print"/>
            <a:srcRect/>
            <a:stretch>
              <a:fillRect/>
            </a:stretch>
          </p:blipFill>
          <p:spPr bwMode="auto">
            <a:xfrm>
              <a:off x="380999" y="2133600"/>
              <a:ext cx="5320146" cy="3048000"/>
            </a:xfrm>
            <a:prstGeom prst="rect">
              <a:avLst/>
            </a:prstGeom>
            <a:noFill/>
            <a:ln w="9525">
              <a:noFill/>
              <a:miter lim="800000"/>
              <a:headEnd/>
              <a:tailEnd/>
            </a:ln>
          </p:spPr>
        </p:pic>
        <p:sp>
          <p:nvSpPr>
            <p:cNvPr id="16" name="Rectangle 15">
              <a:extLst>
                <a:ext uri="{FF2B5EF4-FFF2-40B4-BE49-F238E27FC236}">
                  <a16:creationId xmlns:a16="http://schemas.microsoft.com/office/drawing/2014/main" id="{25859A8B-BFD5-E739-F865-FF5FD2F6B24E}"/>
                </a:ext>
              </a:extLst>
            </p:cNvPr>
            <p:cNvSpPr/>
            <p:nvPr/>
          </p:nvSpPr>
          <p:spPr>
            <a:xfrm>
              <a:off x="304800" y="4343400"/>
              <a:ext cx="533400" cy="685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graphicFrame>
        <p:nvGraphicFramePr>
          <p:cNvPr id="17" name="Object 16">
            <a:extLst>
              <a:ext uri="{FF2B5EF4-FFF2-40B4-BE49-F238E27FC236}">
                <a16:creationId xmlns:a16="http://schemas.microsoft.com/office/drawing/2014/main" id="{0DD96688-E270-A6C4-BF8B-0F16775EFBF4}"/>
              </a:ext>
            </a:extLst>
          </p:cNvPr>
          <p:cNvGraphicFramePr>
            <a:graphicFrameLocks noChangeAspect="1"/>
          </p:cNvGraphicFramePr>
          <p:nvPr>
            <p:extLst>
              <p:ext uri="{D42A27DB-BD31-4B8C-83A1-F6EECF244321}">
                <p14:modId xmlns:p14="http://schemas.microsoft.com/office/powerpoint/2010/main" val="1398959731"/>
              </p:ext>
            </p:extLst>
          </p:nvPr>
        </p:nvGraphicFramePr>
        <p:xfrm>
          <a:off x="603663" y="3851041"/>
          <a:ext cx="11441233" cy="2630739"/>
        </p:xfrm>
        <a:graphic>
          <a:graphicData uri="http://schemas.openxmlformats.org/presentationml/2006/ole">
            <mc:AlternateContent xmlns:mc="http://schemas.openxmlformats.org/markup-compatibility/2006">
              <mc:Choice xmlns:v="urn:schemas-microsoft-com:vml" Requires="v">
                <p:oleObj name="Visio" r:id="rId6" imgW="11287278" imgH="2485899" progId="Visio.Drawing.15">
                  <p:embed/>
                </p:oleObj>
              </mc:Choice>
              <mc:Fallback>
                <p:oleObj name="Visio" r:id="rId6" imgW="11287278" imgH="2485899" progId="Visio.Drawing.15">
                  <p:embed/>
                  <p:pic>
                    <p:nvPicPr>
                      <p:cNvPr id="10" name="Object 9">
                        <a:extLst>
                          <a:ext uri="{FF2B5EF4-FFF2-40B4-BE49-F238E27FC236}">
                            <a16:creationId xmlns:a16="http://schemas.microsoft.com/office/drawing/2014/main" id="{011275B1-5B42-F83E-E8B1-11CEC5DE005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3663" y="3851041"/>
                        <a:ext cx="11441233" cy="2630739"/>
                      </a:xfrm>
                      <a:prstGeom prst="rect">
                        <a:avLst/>
                      </a:prstGeom>
                      <a:noFill/>
                    </p:spPr>
                  </p:pic>
                </p:oleObj>
              </mc:Fallback>
            </mc:AlternateContent>
          </a:graphicData>
        </a:graphic>
      </p:graphicFrame>
    </p:spTree>
    <p:extLst>
      <p:ext uri="{BB962C8B-B14F-4D97-AF65-F5344CB8AC3E}">
        <p14:creationId xmlns:p14="http://schemas.microsoft.com/office/powerpoint/2010/main" val="354988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Bộ so sánh</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42</a:t>
            </a:fld>
            <a:endParaRPr lang="en-VN" dirty="0"/>
          </a:p>
        </p:txBody>
      </p:sp>
      <p:sp>
        <p:nvSpPr>
          <p:cNvPr id="8" name="Content Placeholder 2">
            <a:extLst>
              <a:ext uri="{FF2B5EF4-FFF2-40B4-BE49-F238E27FC236}">
                <a16:creationId xmlns:a16="http://schemas.microsoft.com/office/drawing/2014/main" id="{C4444997-3F4A-7F73-9D31-AA1E3D181318}"/>
              </a:ext>
            </a:extLst>
          </p:cNvPr>
          <p:cNvSpPr txBox="1">
            <a:spLocks/>
          </p:cNvSpPr>
          <p:nvPr/>
        </p:nvSpPr>
        <p:spPr>
          <a:xfrm>
            <a:off x="6617898" y="3785631"/>
            <a:ext cx="4431646" cy="28484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vi-VN" dirty="0"/>
              <a:t>A ? B</a:t>
            </a:r>
          </a:p>
          <a:p>
            <a:pPr lvl="1"/>
            <a:r>
              <a:rPr lang="vi-VN" dirty="0"/>
              <a:t>Y = A – B</a:t>
            </a:r>
          </a:p>
          <a:p>
            <a:pPr lvl="2"/>
            <a:r>
              <a:rPr lang="vi-VN" dirty="0"/>
              <a:t>Y = 0 -&gt; A = B</a:t>
            </a:r>
          </a:p>
          <a:p>
            <a:pPr lvl="2"/>
            <a:r>
              <a:rPr lang="vi-VN" dirty="0"/>
              <a:t>Y ≠ 0</a:t>
            </a:r>
          </a:p>
          <a:p>
            <a:pPr lvl="3"/>
            <a:r>
              <a:rPr lang="vi-VN" dirty="0"/>
              <a:t>Y[MSB] = 1 -&gt; A &lt; B</a:t>
            </a:r>
          </a:p>
          <a:p>
            <a:pPr lvl="3"/>
            <a:r>
              <a:rPr lang="vi-VN" dirty="0"/>
              <a:t>Y[MSB] = 0 -&gt; A &gt; B</a:t>
            </a:r>
            <a:endParaRPr lang="en-US" dirty="0"/>
          </a:p>
        </p:txBody>
      </p:sp>
      <p:pic>
        <p:nvPicPr>
          <p:cNvPr id="9" name="Picture 8">
            <a:extLst>
              <a:ext uri="{FF2B5EF4-FFF2-40B4-BE49-F238E27FC236}">
                <a16:creationId xmlns:a16="http://schemas.microsoft.com/office/drawing/2014/main" id="{69AF85BA-8444-424D-ACC1-61A760FE2471}"/>
              </a:ext>
            </a:extLst>
          </p:cNvPr>
          <p:cNvPicPr>
            <a:picLocks noChangeAspect="1"/>
          </p:cNvPicPr>
          <p:nvPr/>
        </p:nvPicPr>
        <p:blipFill>
          <a:blip r:embed="rId2"/>
          <a:stretch>
            <a:fillRect/>
          </a:stretch>
        </p:blipFill>
        <p:spPr>
          <a:xfrm>
            <a:off x="573307" y="1804413"/>
            <a:ext cx="2306715" cy="2135141"/>
          </a:xfrm>
          <a:prstGeom prst="rect">
            <a:avLst/>
          </a:prstGeom>
        </p:spPr>
      </p:pic>
      <p:pic>
        <p:nvPicPr>
          <p:cNvPr id="10" name="Picture 2">
            <a:extLst>
              <a:ext uri="{FF2B5EF4-FFF2-40B4-BE49-F238E27FC236}">
                <a16:creationId xmlns:a16="http://schemas.microsoft.com/office/drawing/2014/main" id="{95E2CF32-4E6A-8EAE-91CD-0A1DE43693A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52181" y="992401"/>
            <a:ext cx="3165717" cy="26855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type="none" w="sm" len="sm"/>
                <a:tailEnd type="none" w="sm" len="sm"/>
              </a14:hiddenLine>
            </a:ext>
          </a:extLst>
        </p:spPr>
      </p:pic>
      <p:graphicFrame>
        <p:nvGraphicFramePr>
          <p:cNvPr id="11" name="Object 2">
            <a:extLst>
              <a:ext uri="{FF2B5EF4-FFF2-40B4-BE49-F238E27FC236}">
                <a16:creationId xmlns:a16="http://schemas.microsoft.com/office/drawing/2014/main" id="{25E45D97-9021-A8B6-35E1-820010A579B6}"/>
              </a:ext>
            </a:extLst>
          </p:cNvPr>
          <p:cNvGraphicFramePr>
            <a:graphicFrameLocks noChangeAspect="1"/>
          </p:cNvGraphicFramePr>
          <p:nvPr>
            <p:extLst>
              <p:ext uri="{D42A27DB-BD31-4B8C-83A1-F6EECF244321}">
                <p14:modId xmlns:p14="http://schemas.microsoft.com/office/powerpoint/2010/main" val="1166560419"/>
              </p:ext>
            </p:extLst>
          </p:nvPr>
        </p:nvGraphicFramePr>
        <p:xfrm>
          <a:off x="7519418" y="305261"/>
          <a:ext cx="3470715" cy="2998304"/>
        </p:xfrm>
        <a:graphic>
          <a:graphicData uri="http://schemas.openxmlformats.org/presentationml/2006/ole">
            <mc:AlternateContent xmlns:mc="http://schemas.openxmlformats.org/markup-compatibility/2006">
              <mc:Choice xmlns:v="urn:schemas-microsoft-com:vml" Requires="v">
                <p:oleObj name="Visio" r:id="rId4" imgW="2287905" imgH="1976676" progId="Visio.Drawing.11">
                  <p:embed/>
                </p:oleObj>
              </mc:Choice>
              <mc:Fallback>
                <p:oleObj name="Visio" r:id="rId4" imgW="2287905" imgH="1976676" progId="Visio.Drawing.11">
                  <p:embed/>
                  <p:pic>
                    <p:nvPicPr>
                      <p:cNvPr id="9" name="Object 2">
                        <a:extLst>
                          <a:ext uri="{FF2B5EF4-FFF2-40B4-BE49-F238E27FC236}">
                            <a16:creationId xmlns:a16="http://schemas.microsoft.com/office/drawing/2014/main" id="{65937557-3176-36BF-B75D-AABED2462C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19418" y="305261"/>
                        <a:ext cx="3470715" cy="29983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6178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Bộ giải mã</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43</a:t>
            </a:fld>
            <a:endParaRPr lang="en-VN" dirty="0"/>
          </a:p>
        </p:txBody>
      </p:sp>
      <p:graphicFrame>
        <p:nvGraphicFramePr>
          <p:cNvPr id="8" name="Object 4">
            <a:extLst>
              <a:ext uri="{FF2B5EF4-FFF2-40B4-BE49-F238E27FC236}">
                <a16:creationId xmlns:a16="http://schemas.microsoft.com/office/drawing/2014/main" id="{B8479D93-81B9-75FC-808F-37373C4892D0}"/>
              </a:ext>
            </a:extLst>
          </p:cNvPr>
          <p:cNvGraphicFramePr>
            <a:graphicFrameLocks noChangeAspect="1"/>
          </p:cNvGraphicFramePr>
          <p:nvPr>
            <p:extLst>
              <p:ext uri="{D42A27DB-BD31-4B8C-83A1-F6EECF244321}">
                <p14:modId xmlns:p14="http://schemas.microsoft.com/office/powerpoint/2010/main" val="3132836967"/>
              </p:ext>
            </p:extLst>
          </p:nvPr>
        </p:nvGraphicFramePr>
        <p:xfrm>
          <a:off x="1562927" y="1226291"/>
          <a:ext cx="2033588" cy="2200275"/>
        </p:xfrm>
        <a:graphic>
          <a:graphicData uri="http://schemas.openxmlformats.org/presentationml/2006/ole">
            <mc:AlternateContent xmlns:mc="http://schemas.openxmlformats.org/markup-compatibility/2006">
              <mc:Choice xmlns:v="urn:schemas-microsoft-com:vml" Requires="v">
                <p:oleObj name="Artwork" r:id="rId2" imgW="1390844" imgH="1504762" progId="">
                  <p:embed/>
                </p:oleObj>
              </mc:Choice>
              <mc:Fallback>
                <p:oleObj name="Artwork" r:id="rId2" imgW="1390844" imgH="1504762" progId="">
                  <p:embed/>
                  <p:pic>
                    <p:nvPicPr>
                      <p:cNvPr id="7" name="Object 4">
                        <a:extLst>
                          <a:ext uri="{FF2B5EF4-FFF2-40B4-BE49-F238E27FC236}">
                            <a16:creationId xmlns:a16="http://schemas.microsoft.com/office/drawing/2014/main" id="{6F48A322-CB29-EFC0-5C23-FE5CB8786F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927" y="1226291"/>
                        <a:ext cx="2033588" cy="22002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8">
            <a:extLst>
              <a:ext uri="{FF2B5EF4-FFF2-40B4-BE49-F238E27FC236}">
                <a16:creationId xmlns:a16="http://schemas.microsoft.com/office/drawing/2014/main" id="{60211948-6988-FA61-F13F-5660B25466D2}"/>
              </a:ext>
            </a:extLst>
          </p:cNvPr>
          <p:cNvGraphicFramePr>
            <a:graphicFrameLocks noChangeAspect="1"/>
          </p:cNvGraphicFramePr>
          <p:nvPr>
            <p:extLst>
              <p:ext uri="{D42A27DB-BD31-4B8C-83A1-F6EECF244321}">
                <p14:modId xmlns:p14="http://schemas.microsoft.com/office/powerpoint/2010/main" val="3176942451"/>
              </p:ext>
            </p:extLst>
          </p:nvPr>
        </p:nvGraphicFramePr>
        <p:xfrm>
          <a:off x="5429249" y="1233824"/>
          <a:ext cx="5924550" cy="4443412"/>
        </p:xfrm>
        <a:graphic>
          <a:graphicData uri="http://schemas.openxmlformats.org/presentationml/2006/ole">
            <mc:AlternateContent xmlns:mc="http://schemas.openxmlformats.org/markup-compatibility/2006">
              <mc:Choice xmlns:v="urn:schemas-microsoft-com:vml" Requires="v">
                <p:oleObj name="Artwork" r:id="rId4" imgW="3772427" imgH="2828571" progId="">
                  <p:embed/>
                </p:oleObj>
              </mc:Choice>
              <mc:Fallback>
                <p:oleObj name="Artwork" r:id="rId4" imgW="3772427" imgH="2828571" progId="">
                  <p:embed/>
                  <p:pic>
                    <p:nvPicPr>
                      <p:cNvPr id="8" name="Object 8">
                        <a:extLst>
                          <a:ext uri="{FF2B5EF4-FFF2-40B4-BE49-F238E27FC236}">
                            <a16:creationId xmlns:a16="http://schemas.microsoft.com/office/drawing/2014/main" id="{E6497984-1E89-DD2A-27A7-946B02C2B8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9249" y="1233824"/>
                        <a:ext cx="5924550" cy="44434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25400">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Table 9">
            <a:extLst>
              <a:ext uri="{FF2B5EF4-FFF2-40B4-BE49-F238E27FC236}">
                <a16:creationId xmlns:a16="http://schemas.microsoft.com/office/drawing/2014/main" id="{9B000D1E-F5C8-5B1C-2EFB-BD24B52936F4}"/>
              </a:ext>
            </a:extLst>
          </p:cNvPr>
          <p:cNvGraphicFramePr>
            <a:graphicFrameLocks noGrp="1"/>
          </p:cNvGraphicFramePr>
          <p:nvPr>
            <p:extLst>
              <p:ext uri="{D42A27DB-BD31-4B8C-83A1-F6EECF244321}">
                <p14:modId xmlns:p14="http://schemas.microsoft.com/office/powerpoint/2010/main" val="3024459704"/>
              </p:ext>
            </p:extLst>
          </p:nvPr>
        </p:nvGraphicFramePr>
        <p:xfrm>
          <a:off x="749242" y="3642997"/>
          <a:ext cx="3660958" cy="2743200"/>
        </p:xfrm>
        <a:graphic>
          <a:graphicData uri="http://schemas.openxmlformats.org/drawingml/2006/table">
            <a:tbl>
              <a:tblPr firstRow="1" firstCol="1" bandRow="1">
                <a:tableStyleId>{5940675A-B579-460E-94D1-54222C63F5DA}</a:tableStyleId>
              </a:tblPr>
              <a:tblGrid>
                <a:gridCol w="522994">
                  <a:extLst>
                    <a:ext uri="{9D8B030D-6E8A-4147-A177-3AD203B41FA5}">
                      <a16:colId xmlns:a16="http://schemas.microsoft.com/office/drawing/2014/main" val="665931830"/>
                    </a:ext>
                  </a:extLst>
                </a:gridCol>
                <a:gridCol w="522994">
                  <a:extLst>
                    <a:ext uri="{9D8B030D-6E8A-4147-A177-3AD203B41FA5}">
                      <a16:colId xmlns:a16="http://schemas.microsoft.com/office/drawing/2014/main" val="569908933"/>
                    </a:ext>
                  </a:extLst>
                </a:gridCol>
                <a:gridCol w="522994">
                  <a:extLst>
                    <a:ext uri="{9D8B030D-6E8A-4147-A177-3AD203B41FA5}">
                      <a16:colId xmlns:a16="http://schemas.microsoft.com/office/drawing/2014/main" val="1494405363"/>
                    </a:ext>
                  </a:extLst>
                </a:gridCol>
                <a:gridCol w="522994">
                  <a:extLst>
                    <a:ext uri="{9D8B030D-6E8A-4147-A177-3AD203B41FA5}">
                      <a16:colId xmlns:a16="http://schemas.microsoft.com/office/drawing/2014/main" val="742763489"/>
                    </a:ext>
                  </a:extLst>
                </a:gridCol>
                <a:gridCol w="522994">
                  <a:extLst>
                    <a:ext uri="{9D8B030D-6E8A-4147-A177-3AD203B41FA5}">
                      <a16:colId xmlns:a16="http://schemas.microsoft.com/office/drawing/2014/main" val="3648232066"/>
                    </a:ext>
                  </a:extLst>
                </a:gridCol>
                <a:gridCol w="522994">
                  <a:extLst>
                    <a:ext uri="{9D8B030D-6E8A-4147-A177-3AD203B41FA5}">
                      <a16:colId xmlns:a16="http://schemas.microsoft.com/office/drawing/2014/main" val="4112543514"/>
                    </a:ext>
                  </a:extLst>
                </a:gridCol>
                <a:gridCol w="522994">
                  <a:extLst>
                    <a:ext uri="{9D8B030D-6E8A-4147-A177-3AD203B41FA5}">
                      <a16:colId xmlns:a16="http://schemas.microsoft.com/office/drawing/2014/main" val="4119345581"/>
                    </a:ext>
                  </a:extLst>
                </a:gridCol>
              </a:tblGrid>
              <a:tr h="457200">
                <a:tc>
                  <a:txBody>
                    <a:bodyPr/>
                    <a:lstStyle/>
                    <a:p>
                      <a:pPr marL="0" marR="0" algn="ctr">
                        <a:lnSpc>
                          <a:spcPct val="125000"/>
                        </a:lnSpc>
                        <a:spcBef>
                          <a:spcPts val="600"/>
                        </a:spcBef>
                        <a:spcAft>
                          <a:spcPts val="0"/>
                        </a:spcAft>
                      </a:pPr>
                      <a:r>
                        <a:rPr lang="en-US" sz="2200" spc="-20" dirty="0">
                          <a:effectLst/>
                          <a:latin typeface="Times New Roman (Headings)"/>
                        </a:rPr>
                        <a:t>EN</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I1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I0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Y3</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Y2</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Y0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90825109"/>
                  </a:ext>
                </a:extLst>
              </a:tr>
              <a:tr h="457200">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X</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X</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99112964"/>
                  </a:ext>
                </a:extLst>
              </a:tr>
              <a:tr h="457200">
                <a:tc>
                  <a:txBody>
                    <a:bodyPr/>
                    <a:lstStyle/>
                    <a:p>
                      <a:pPr marL="0" marR="0" algn="ctr">
                        <a:lnSpc>
                          <a:spcPct val="125000"/>
                        </a:lnSpc>
                        <a:spcBef>
                          <a:spcPts val="600"/>
                        </a:spcBef>
                        <a:spcAft>
                          <a:spcPts val="0"/>
                        </a:spcAft>
                      </a:pPr>
                      <a:r>
                        <a:rPr lang="en-US"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714047533"/>
                  </a:ext>
                </a:extLst>
              </a:tr>
              <a:tr h="457200">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29612162"/>
                  </a:ext>
                </a:extLst>
              </a:tr>
              <a:tr h="457200">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0</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31390104"/>
                  </a:ext>
                </a:extLst>
              </a:tr>
              <a:tr h="457200">
                <a:tc>
                  <a:txBody>
                    <a:bodyPr/>
                    <a:lstStyle/>
                    <a:p>
                      <a:pPr marL="0" marR="0" algn="ctr">
                        <a:lnSpc>
                          <a:spcPct val="125000"/>
                        </a:lnSpc>
                        <a:spcBef>
                          <a:spcPts val="600"/>
                        </a:spcBef>
                        <a:spcAft>
                          <a:spcPts val="0"/>
                        </a:spcAft>
                      </a:pPr>
                      <a:r>
                        <a:rPr lang="en-US"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a:effectLst/>
                          <a:latin typeface="Times New Roman (Headings)"/>
                        </a:rPr>
                        <a:t>1</a:t>
                      </a:r>
                      <a:endParaRPr lang="en-US" sz="220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vi-VN" sz="2200" spc="-20" dirty="0">
                          <a:effectLst/>
                          <a:latin typeface="Times New Roman (Headings)"/>
                        </a:rPr>
                        <a:t>1</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 0</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25000"/>
                        </a:lnSpc>
                        <a:spcBef>
                          <a:spcPts val="600"/>
                        </a:spcBef>
                        <a:spcAft>
                          <a:spcPts val="0"/>
                        </a:spcAft>
                      </a:pPr>
                      <a:r>
                        <a:rPr lang="en-US" sz="2200" spc="-20" dirty="0">
                          <a:effectLst/>
                          <a:latin typeface="Times New Roman (Headings)"/>
                        </a:rPr>
                        <a:t>0 </a:t>
                      </a:r>
                      <a:endParaRPr lang="en-US" sz="2200" dirty="0">
                        <a:effectLst/>
                        <a:latin typeface="Times New Roman (Headings)"/>
                        <a:ea typeface="Calibri" panose="020F0502020204030204" pitchFamily="34" charset="0"/>
                        <a:cs typeface="Times New Roman" panose="02020603050405020304" pitchFamily="18" charset="0"/>
                      </a:endParaRPr>
                    </a:p>
                  </a:txBody>
                  <a:tcPr marL="68580" marR="68580" marT="0" marB="0">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450290164"/>
                  </a:ext>
                </a:extLst>
              </a:tr>
            </a:tbl>
          </a:graphicData>
        </a:graphic>
      </p:graphicFrame>
      <p:sp>
        <p:nvSpPr>
          <p:cNvPr id="11" name="TextBox 10">
            <a:extLst>
              <a:ext uri="{FF2B5EF4-FFF2-40B4-BE49-F238E27FC236}">
                <a16:creationId xmlns:a16="http://schemas.microsoft.com/office/drawing/2014/main" id="{CA0C8E87-812A-4C24-8026-391A4CBC8467}"/>
              </a:ext>
            </a:extLst>
          </p:cNvPr>
          <p:cNvSpPr txBox="1"/>
          <p:nvPr/>
        </p:nvSpPr>
        <p:spPr>
          <a:xfrm>
            <a:off x="4847477" y="4169032"/>
            <a:ext cx="1815548" cy="1200329"/>
          </a:xfrm>
          <a:prstGeom prst="rect">
            <a:avLst/>
          </a:prstGeom>
          <a:noFill/>
        </p:spPr>
        <p:txBody>
          <a:bodyPr wrap="square">
            <a:spAutoFit/>
          </a:bodyPr>
          <a:lstStyle/>
          <a:p>
            <a:pPr algn="l"/>
            <a:r>
              <a:rPr lang="en-US" b="0" i="0" dirty="0">
                <a:solidFill>
                  <a:srgbClr val="444444"/>
                </a:solidFill>
                <a:effectLst/>
                <a:latin typeface="Arial" panose="020B0604020202020204" pitchFamily="34" charset="0"/>
              </a:rPr>
              <a:t>Y3 = EN.I1.I0</a:t>
            </a:r>
          </a:p>
          <a:p>
            <a:pPr algn="l"/>
            <a:r>
              <a:rPr lang="en-US" b="0" i="0" dirty="0">
                <a:solidFill>
                  <a:srgbClr val="444444"/>
                </a:solidFill>
                <a:effectLst/>
                <a:latin typeface="Arial" panose="020B0604020202020204" pitchFamily="34" charset="0"/>
              </a:rPr>
              <a:t>Y2 = EN.I1.I0 ′</a:t>
            </a:r>
          </a:p>
          <a:p>
            <a:pPr algn="l"/>
            <a:r>
              <a:rPr lang="en-US" b="0" i="0" dirty="0">
                <a:solidFill>
                  <a:srgbClr val="444444"/>
                </a:solidFill>
                <a:effectLst/>
                <a:latin typeface="Arial" panose="020B0604020202020204" pitchFamily="34" charset="0"/>
              </a:rPr>
              <a:t>Y1 = EN.I1′.I0</a:t>
            </a:r>
          </a:p>
          <a:p>
            <a:pPr algn="l"/>
            <a:r>
              <a:rPr lang="en-US" b="0" i="0" dirty="0">
                <a:solidFill>
                  <a:srgbClr val="444444"/>
                </a:solidFill>
                <a:effectLst/>
                <a:latin typeface="Arial" panose="020B0604020202020204" pitchFamily="34" charset="0"/>
              </a:rPr>
              <a:t>Y0 = EN.I1′.I0</a:t>
            </a:r>
          </a:p>
        </p:txBody>
      </p:sp>
    </p:spTree>
    <p:extLst>
      <p:ext uri="{BB962C8B-B14F-4D97-AF65-F5344CB8AC3E}">
        <p14:creationId xmlns:p14="http://schemas.microsoft.com/office/powerpoint/2010/main" val="2616752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0-#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D718-D2DE-61D0-3BFA-D97F6B01431B}"/>
              </a:ext>
            </a:extLst>
          </p:cNvPr>
          <p:cNvSpPr>
            <a:spLocks noGrp="1"/>
          </p:cNvSpPr>
          <p:nvPr>
            <p:ph type="title"/>
          </p:nvPr>
        </p:nvSpPr>
        <p:spPr/>
        <p:txBody>
          <a:bodyPr>
            <a:normAutofit fontScale="90000"/>
          </a:bodyPr>
          <a:lstStyle/>
          <a:p>
            <a:r>
              <a:rPr lang="en-US"/>
              <a:t>Tập thanh ghi</a:t>
            </a:r>
          </a:p>
        </p:txBody>
      </p:sp>
      <p:sp>
        <p:nvSpPr>
          <p:cNvPr id="5" name="Footer Placeholder 4">
            <a:extLst>
              <a:ext uri="{FF2B5EF4-FFF2-40B4-BE49-F238E27FC236}">
                <a16:creationId xmlns:a16="http://schemas.microsoft.com/office/drawing/2014/main" id="{2DDBE7BA-7602-077F-240B-5D76089DC60B}"/>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4" name="Slide Number Placeholder 3">
            <a:extLst>
              <a:ext uri="{FF2B5EF4-FFF2-40B4-BE49-F238E27FC236}">
                <a16:creationId xmlns:a16="http://schemas.microsoft.com/office/drawing/2014/main" id="{622877E8-81CF-423F-2144-B85E01F7E2C2}"/>
              </a:ext>
            </a:extLst>
          </p:cNvPr>
          <p:cNvSpPr>
            <a:spLocks noGrp="1"/>
          </p:cNvSpPr>
          <p:nvPr>
            <p:ph type="sldNum" sz="quarter" idx="12"/>
          </p:nvPr>
        </p:nvSpPr>
        <p:spPr/>
        <p:txBody>
          <a:bodyPr/>
          <a:lstStyle/>
          <a:p>
            <a:fld id="{D8B0B3AC-44A8-D142-AAF6-9A453466E1A4}" type="slidenum">
              <a:rPr lang="en-VN" smtClean="0"/>
              <a:pPr/>
              <a:t>44</a:t>
            </a:fld>
            <a:endParaRPr lang="en-VN" dirty="0"/>
          </a:p>
        </p:txBody>
      </p:sp>
      <p:graphicFrame>
        <p:nvGraphicFramePr>
          <p:cNvPr id="8" name="Object 7">
            <a:extLst>
              <a:ext uri="{FF2B5EF4-FFF2-40B4-BE49-F238E27FC236}">
                <a16:creationId xmlns:a16="http://schemas.microsoft.com/office/drawing/2014/main" id="{C64CB932-219F-B086-FEB3-9A424A2C5299}"/>
              </a:ext>
            </a:extLst>
          </p:cNvPr>
          <p:cNvGraphicFramePr>
            <a:graphicFrameLocks noChangeAspect="1"/>
          </p:cNvGraphicFramePr>
          <p:nvPr>
            <p:extLst>
              <p:ext uri="{D42A27DB-BD31-4B8C-83A1-F6EECF244321}">
                <p14:modId xmlns:p14="http://schemas.microsoft.com/office/powerpoint/2010/main" val="3835770495"/>
              </p:ext>
            </p:extLst>
          </p:nvPr>
        </p:nvGraphicFramePr>
        <p:xfrm>
          <a:off x="2732423" y="827035"/>
          <a:ext cx="7593069" cy="5203929"/>
        </p:xfrm>
        <a:graphic>
          <a:graphicData uri="http://schemas.openxmlformats.org/presentationml/2006/ole">
            <mc:AlternateContent xmlns:mc="http://schemas.openxmlformats.org/markup-compatibility/2006">
              <mc:Choice xmlns:v="urn:schemas-microsoft-com:vml" Requires="v">
                <p:oleObj name="Visio" r:id="rId2" imgW="7115067" imgH="4848325" progId="Visio.Drawing.15">
                  <p:embed/>
                </p:oleObj>
              </mc:Choice>
              <mc:Fallback>
                <p:oleObj name="Visio" r:id="rId2" imgW="7115067" imgH="4848325" progId="Visio.Drawing.15">
                  <p:embed/>
                  <p:pic>
                    <p:nvPicPr>
                      <p:cNvPr id="6" name="Object 5">
                        <a:extLst>
                          <a:ext uri="{FF2B5EF4-FFF2-40B4-BE49-F238E27FC236}">
                            <a16:creationId xmlns:a16="http://schemas.microsoft.com/office/drawing/2014/main" id="{9E3BA95E-89C4-7020-4B82-82B5F65A4D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2423" y="827035"/>
                        <a:ext cx="7593069" cy="5203929"/>
                      </a:xfrm>
                      <a:prstGeom prst="rect">
                        <a:avLst/>
                      </a:prstGeom>
                      <a:noFill/>
                    </p:spPr>
                  </p:pic>
                </p:oleObj>
              </mc:Fallback>
            </mc:AlternateContent>
          </a:graphicData>
        </a:graphic>
      </p:graphicFrame>
    </p:spTree>
    <p:extLst>
      <p:ext uri="{BB962C8B-B14F-4D97-AF65-F5344CB8AC3E}">
        <p14:creationId xmlns:p14="http://schemas.microsoft.com/office/powerpoint/2010/main" val="2530816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BB866-8EDF-F15D-C7A2-8BC15C039F73}"/>
              </a:ext>
            </a:extLst>
          </p:cNvPr>
          <p:cNvSpPr>
            <a:spLocks noGrp="1"/>
          </p:cNvSpPr>
          <p:nvPr>
            <p:ph type="title"/>
          </p:nvPr>
        </p:nvSpPr>
        <p:spPr/>
        <p:txBody>
          <a:bodyPr>
            <a:normAutofit fontScale="90000"/>
          </a:bodyPr>
          <a:lstStyle/>
          <a:p>
            <a:r>
              <a:rPr lang="en-US" altLang="ja-JP"/>
              <a:t>Tóm tắt lại nội dung buổi học </a:t>
            </a:r>
            <a:endParaRPr lang="en-US"/>
          </a:p>
        </p:txBody>
      </p:sp>
      <p:sp>
        <p:nvSpPr>
          <p:cNvPr id="3" name="Content Placeholder 2">
            <a:extLst>
              <a:ext uri="{FF2B5EF4-FFF2-40B4-BE49-F238E27FC236}">
                <a16:creationId xmlns:a16="http://schemas.microsoft.com/office/drawing/2014/main" id="{99BB7396-8225-C07C-1690-BC3F21F0C772}"/>
              </a:ext>
            </a:extLst>
          </p:cNvPr>
          <p:cNvSpPr>
            <a:spLocks noGrp="1"/>
          </p:cNvSpPr>
          <p:nvPr>
            <p:ph idx="1"/>
          </p:nvPr>
        </p:nvSpPr>
        <p:spPr/>
        <p:txBody>
          <a:bodyPr/>
          <a:lstStyle/>
          <a:p>
            <a:pPr>
              <a:lnSpc>
                <a:spcPct val="150000"/>
              </a:lnSpc>
            </a:pPr>
            <a:r>
              <a:rPr lang="en-US"/>
              <a:t>Chương 1: Tổng quan về máy tính</a:t>
            </a:r>
          </a:p>
          <a:p>
            <a:pPr>
              <a:lnSpc>
                <a:spcPct val="150000"/>
              </a:lnSpc>
            </a:pPr>
            <a:r>
              <a:rPr lang="en-US"/>
              <a:t>Chương 2: Biểu diễn thông tin trong máy tính</a:t>
            </a:r>
          </a:p>
          <a:p>
            <a:pPr>
              <a:lnSpc>
                <a:spcPct val="150000"/>
              </a:lnSpc>
            </a:pPr>
            <a:r>
              <a:rPr lang="en-US"/>
              <a:t>Chương 3: Đại số Boole</a:t>
            </a:r>
          </a:p>
          <a:p>
            <a:pPr>
              <a:lnSpc>
                <a:spcPct val="150000"/>
              </a:lnSpc>
            </a:pPr>
            <a:r>
              <a:rPr lang="en-US"/>
              <a:t>Chương 4: Mạch số</a:t>
            </a:r>
          </a:p>
          <a:p>
            <a:pPr>
              <a:lnSpc>
                <a:spcPct val="150000"/>
              </a:lnSpc>
            </a:pPr>
            <a:r>
              <a:rPr lang="en-US"/>
              <a:t>Chương 5: Ứng dụng mạch số </a:t>
            </a:r>
            <a:endParaRPr lang="en-US" dirty="0"/>
          </a:p>
        </p:txBody>
      </p:sp>
      <p:sp>
        <p:nvSpPr>
          <p:cNvPr id="4" name="Footer Placeholder 3">
            <a:extLst>
              <a:ext uri="{FF2B5EF4-FFF2-40B4-BE49-F238E27FC236}">
                <a16:creationId xmlns:a16="http://schemas.microsoft.com/office/drawing/2014/main" id="{C282A4A2-262A-4AC3-E728-83923C96E183}"/>
              </a:ext>
            </a:extLst>
          </p:cNvPr>
          <p:cNvSpPr>
            <a:spLocks noGrp="1"/>
          </p:cNvSpPr>
          <p:nvPr>
            <p:ph type="ftr" sz="quarter" idx="11"/>
          </p:nvPr>
        </p:nvSpPr>
        <p:spPr/>
        <p:txBody>
          <a:bodyPr/>
          <a:lstStyle/>
          <a:p>
            <a:r>
              <a:rPr lang="vi-VN"/>
              <a:t>Thực hiện bởi Trường Đại học Công nghệ Thông tin, ĐHQG-HCM</a:t>
            </a:r>
            <a:endParaRPr lang="en-VN"/>
          </a:p>
        </p:txBody>
      </p:sp>
      <p:sp>
        <p:nvSpPr>
          <p:cNvPr id="5" name="Date Placeholder 4">
            <a:extLst>
              <a:ext uri="{FF2B5EF4-FFF2-40B4-BE49-F238E27FC236}">
                <a16:creationId xmlns:a16="http://schemas.microsoft.com/office/drawing/2014/main" id="{03EA6AB6-B559-B305-F532-E9043B371991}"/>
              </a:ext>
            </a:extLst>
          </p:cNvPr>
          <p:cNvSpPr>
            <a:spLocks noGrp="1"/>
          </p:cNvSpPr>
          <p:nvPr>
            <p:ph type="dt" sz="half" idx="13"/>
          </p:nvPr>
        </p:nvSpPr>
        <p:spPr/>
        <p:txBody>
          <a:bodyPr/>
          <a:lstStyle/>
          <a:p>
            <a:fld id="{46CDDB1B-AAE9-1649-A755-11FADEB7E97E}" type="datetime4">
              <a:rPr lang="en-US" smtClean="0"/>
              <a:t>December 5, 2024</a:t>
            </a:fld>
            <a:endParaRPr lang="en-VN"/>
          </a:p>
        </p:txBody>
      </p:sp>
      <p:sp>
        <p:nvSpPr>
          <p:cNvPr id="6" name="Slide Number Placeholder 5">
            <a:extLst>
              <a:ext uri="{FF2B5EF4-FFF2-40B4-BE49-F238E27FC236}">
                <a16:creationId xmlns:a16="http://schemas.microsoft.com/office/drawing/2014/main" id="{6CE7C66E-6DF0-4A2B-23BA-9536C77E5B32}"/>
              </a:ext>
            </a:extLst>
          </p:cNvPr>
          <p:cNvSpPr>
            <a:spLocks noGrp="1"/>
          </p:cNvSpPr>
          <p:nvPr>
            <p:ph type="sldNum" sz="quarter" idx="12"/>
          </p:nvPr>
        </p:nvSpPr>
        <p:spPr/>
        <p:txBody>
          <a:bodyPr/>
          <a:lstStyle/>
          <a:p>
            <a:fld id="{D8B0B3AC-44A8-D142-AAF6-9A453466E1A4}" type="slidenum">
              <a:rPr lang="en-VN" smtClean="0"/>
              <a:t>45</a:t>
            </a:fld>
            <a:endParaRPr lang="en-VN"/>
          </a:p>
        </p:txBody>
      </p:sp>
    </p:spTree>
    <p:extLst>
      <p:ext uri="{BB962C8B-B14F-4D97-AF65-F5344CB8AC3E}">
        <p14:creationId xmlns:p14="http://schemas.microsoft.com/office/powerpoint/2010/main" val="891833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F1000C4-9A2E-05A2-1818-684E7F995947}"/>
              </a:ext>
            </a:extLst>
          </p:cNvPr>
          <p:cNvSpPr>
            <a:spLocks noGrp="1"/>
          </p:cNvSpPr>
          <p:nvPr>
            <p:ph type="ftr" sz="quarter" idx="11"/>
          </p:nvPr>
        </p:nvSpPr>
        <p:spPr/>
        <p:txBody>
          <a:bodyPr/>
          <a:lstStyle/>
          <a:p>
            <a:r>
              <a:rPr lang="vi-VN"/>
              <a:t>Thực hiện bởi Trường Đại học Công nghệ Thông tin, ĐHQG-HCM</a:t>
            </a:r>
            <a:endParaRPr lang="en-VN" dirty="0"/>
          </a:p>
        </p:txBody>
      </p:sp>
      <p:sp>
        <p:nvSpPr>
          <p:cNvPr id="2" name="Slide Number Placeholder 1">
            <a:extLst>
              <a:ext uri="{FF2B5EF4-FFF2-40B4-BE49-F238E27FC236}">
                <a16:creationId xmlns:a16="http://schemas.microsoft.com/office/drawing/2014/main" id="{1D8756CC-FF80-6915-444D-795BAF1CD5A1}"/>
              </a:ext>
            </a:extLst>
          </p:cNvPr>
          <p:cNvSpPr>
            <a:spLocks noGrp="1"/>
          </p:cNvSpPr>
          <p:nvPr>
            <p:ph type="sldNum" sz="quarter" idx="12"/>
          </p:nvPr>
        </p:nvSpPr>
        <p:spPr/>
        <p:txBody>
          <a:bodyPr/>
          <a:lstStyle/>
          <a:p>
            <a:fld id="{D8B0B3AC-44A8-D142-AAF6-9A453466E1A4}" type="slidenum">
              <a:rPr lang="en-VN" smtClean="0"/>
              <a:pPr/>
              <a:t>46</a:t>
            </a:fld>
            <a:endParaRPr lang="en-VN" dirty="0"/>
          </a:p>
        </p:txBody>
      </p:sp>
      <p:sp>
        <p:nvSpPr>
          <p:cNvPr id="4" name="Title 1">
            <a:extLst>
              <a:ext uri="{FF2B5EF4-FFF2-40B4-BE49-F238E27FC236}">
                <a16:creationId xmlns:a16="http://schemas.microsoft.com/office/drawing/2014/main" id="{7A14E97F-0DB8-D467-8B0C-A879824FD45F}"/>
              </a:ext>
            </a:extLst>
          </p:cNvPr>
          <p:cNvSpPr txBox="1">
            <a:spLocks/>
          </p:cNvSpPr>
          <p:nvPr/>
        </p:nvSpPr>
        <p:spPr>
          <a:xfrm>
            <a:off x="4684910" y="1918010"/>
            <a:ext cx="4012558" cy="1100921"/>
          </a:xfrm>
          <a:prstGeom prst="rect">
            <a:avLst/>
          </a:prstGeom>
        </p:spPr>
        <p:txBody>
          <a:bodyPr/>
          <a:lstStyle>
            <a:lvl1pPr algn="l" defTabSz="914400" rtl="0" eaLnBrk="1" latinLnBrk="0" hangingPunct="1">
              <a:lnSpc>
                <a:spcPct val="90000"/>
              </a:lnSpc>
              <a:spcBef>
                <a:spcPct val="0"/>
              </a:spcBef>
              <a:buNone/>
              <a:defRPr sz="4000" b="1" kern="1200">
                <a:gradFill flip="none" rotWithShape="1">
                  <a:gsLst>
                    <a:gs pos="0">
                      <a:srgbClr val="0072FF"/>
                    </a:gs>
                    <a:gs pos="100000">
                      <a:srgbClr val="00C6FF"/>
                    </a:gs>
                  </a:gsLst>
                  <a:lin ang="2700000" scaled="1"/>
                  <a:tileRect/>
                </a:gradFill>
                <a:effectLst>
                  <a:innerShdw blurRad="114300">
                    <a:schemeClr val="bg1"/>
                  </a:innerShdw>
                </a:effectLst>
                <a:latin typeface="Times New Roman" panose="02020603050405020304" pitchFamily="18" charset="0"/>
                <a:ea typeface="+mj-ea"/>
                <a:cs typeface="Times New Roman" panose="02020603050405020304" pitchFamily="18" charset="0"/>
              </a:defRPr>
            </a:lvl1pPr>
          </a:lstStyle>
          <a:p>
            <a:r>
              <a:rPr lang="en-US" dirty="0"/>
              <a:t>THẢO LUẬN</a:t>
            </a:r>
          </a:p>
        </p:txBody>
      </p:sp>
      <p:pic>
        <p:nvPicPr>
          <p:cNvPr id="5" name="Picture 4" descr="http://data.sinhvienit.net/2013/T09/img/SinhVienIT.Net---suy-nghi.jpg">
            <a:extLst>
              <a:ext uri="{FF2B5EF4-FFF2-40B4-BE49-F238E27FC236}">
                <a16:creationId xmlns:a16="http://schemas.microsoft.com/office/drawing/2014/main" id="{91D62A03-02AF-AB7F-80A0-89E3D2490D6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95842" y="3018931"/>
            <a:ext cx="3211551" cy="240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5609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IW_TYPE_IMAGE" val="Text Box 3"/>
</p:tagLst>
</file>

<file path=ppt/theme/theme1.xml><?xml version="1.0" encoding="utf-8"?>
<a:theme xmlns:a="http://schemas.openxmlformats.org/drawingml/2006/main" name="Office Theme">
  <a:themeElements>
    <a:clrScheme name="UIT Pallete">
      <a:dk1>
        <a:srgbClr val="2A2F4F"/>
      </a:dk1>
      <a:lt1>
        <a:srgbClr val="FFFFFF"/>
      </a:lt1>
      <a:dk2>
        <a:srgbClr val="1C305E"/>
      </a:dk2>
      <a:lt2>
        <a:srgbClr val="E7E6E6"/>
      </a:lt2>
      <a:accent1>
        <a:srgbClr val="0071FF"/>
      </a:accent1>
      <a:accent2>
        <a:srgbClr val="FAAB78"/>
      </a:accent2>
      <a:accent3>
        <a:srgbClr val="EC7171"/>
      </a:accent3>
      <a:accent4>
        <a:srgbClr val="FFCD38"/>
      </a:accent4>
      <a:accent5>
        <a:srgbClr val="4700D8"/>
      </a:accent5>
      <a:accent6>
        <a:srgbClr val="41855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00C6FF"/>
            </a:gs>
            <a:gs pos="100000">
              <a:srgbClr val="0072FF"/>
            </a:gs>
          </a:gsLst>
          <a:lin ang="5400000" scaled="1"/>
        </a:gradFill>
        <a:ln>
          <a:gradFill>
            <a:gsLst>
              <a:gs pos="0">
                <a:srgbClr val="00C6FF"/>
              </a:gs>
              <a:gs pos="100000">
                <a:srgbClr val="0072FF"/>
              </a:gs>
            </a:gsLst>
            <a:lin ang="5400000" scaled="1"/>
          </a:gradFill>
        </a:ln>
      </a:spPr>
      <a:bodyPr rtlCol="0" anchor="ctr"/>
      <a:lstStyle>
        <a:defPPr algn="ctr">
          <a:defRPr dirty="0" smtClean="0">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just">
          <a:lnSpc>
            <a:spcPct val="120000"/>
          </a:lnSpc>
          <a:spcBef>
            <a:spcPts val="200"/>
          </a:spcBef>
          <a:spcAft>
            <a:spcPts val="200"/>
          </a:spcAft>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 Bai giang so UIT update</Template>
  <TotalTime>1499</TotalTime>
  <Words>2027</Words>
  <Application>Microsoft Office PowerPoint</Application>
  <PresentationFormat>Widescreen</PresentationFormat>
  <Paragraphs>450</Paragraphs>
  <Slides>46</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46</vt:i4>
      </vt:variant>
    </vt:vector>
  </HeadingPairs>
  <TitlesOfParts>
    <vt:vector size="55" baseType="lpstr">
      <vt:lpstr>Arial</vt:lpstr>
      <vt:lpstr>Calibri</vt:lpstr>
      <vt:lpstr>Cambria Math</vt:lpstr>
      <vt:lpstr>Times New Roman</vt:lpstr>
      <vt:lpstr>Times New Roman (Headings)</vt:lpstr>
      <vt:lpstr>Wingdings</vt:lpstr>
      <vt:lpstr>Office Theme</vt:lpstr>
      <vt:lpstr>Visio</vt:lpstr>
      <vt:lpstr>Artwork</vt:lpstr>
      <vt:lpstr>PowerPoint Presentation</vt:lpstr>
      <vt:lpstr>PowerPoint Presentation</vt:lpstr>
      <vt:lpstr>Cấu trúc đề thi</vt:lpstr>
      <vt:lpstr>2. Nội dung ôn thi</vt:lpstr>
      <vt:lpstr>PowerPoint Presentation</vt:lpstr>
      <vt:lpstr>1. Tổng quan về máy tính</vt:lpstr>
      <vt:lpstr>Lịch sử phát triển của máy tính</vt:lpstr>
      <vt:lpstr>Phân loại máy tính</vt:lpstr>
      <vt:lpstr>Các lớp thực thi bên trong máy tính</vt:lpstr>
      <vt:lpstr>Các chức năng và thành phần cơ bản của máy tính</vt:lpstr>
      <vt:lpstr>PowerPoint Presentation</vt:lpstr>
      <vt:lpstr>2. Biểu diễn thông tin trong máy tính</vt:lpstr>
      <vt:lpstr>Các hệ thống số thông dụng</vt:lpstr>
      <vt:lpstr>Bài tập tính giá trị thập phân</vt:lpstr>
      <vt:lpstr>Chuyển đổi giữa các hệ thống số</vt:lpstr>
      <vt:lpstr>Bài tập chuyển đổi giữa các hệ cơ số</vt:lpstr>
      <vt:lpstr>Các phép toán trong hệ nhị phân</vt:lpstr>
      <vt:lpstr>Bài tập phép cộng, phép trừ</vt:lpstr>
      <vt:lpstr>Biểu diễn số có dấu</vt:lpstr>
      <vt:lpstr>Bài tập số bù 2</vt:lpstr>
      <vt:lpstr>Các dạng biểu diễn thông tin khác</vt:lpstr>
      <vt:lpstr>Bài tập số dấu chấm động</vt:lpstr>
      <vt:lpstr>PowerPoint Presentation</vt:lpstr>
      <vt:lpstr>3. Đại số Boole</vt:lpstr>
      <vt:lpstr>Đại số Boole</vt:lpstr>
      <vt:lpstr>Cổng luận lý</vt:lpstr>
      <vt:lpstr>Tối ưu luận lý</vt:lpstr>
      <vt:lpstr>Phương pháp Karnaugh</vt:lpstr>
      <vt:lpstr>PowerPoint Presentation</vt:lpstr>
      <vt:lpstr>4. Mạch số</vt:lpstr>
      <vt:lpstr>Mạch số</vt:lpstr>
      <vt:lpstr>Mạch tổ hợp</vt:lpstr>
      <vt:lpstr>Thiết kế mạch tổ hợp</vt:lpstr>
      <vt:lpstr>Mạch tuần tự</vt:lpstr>
      <vt:lpstr>Thiết bị lưu trữ</vt:lpstr>
      <vt:lpstr>PowerPoint Presentation</vt:lpstr>
      <vt:lpstr>5. Ứng dụng mạch số</vt:lpstr>
      <vt:lpstr>Hiện thực chức năng máy tính</vt:lpstr>
      <vt:lpstr>ALU (Arithmetic Logic Unit)</vt:lpstr>
      <vt:lpstr>Bộ chọn (Mux)</vt:lpstr>
      <vt:lpstr>Bộ cộng</vt:lpstr>
      <vt:lpstr>Bộ so sánh</vt:lpstr>
      <vt:lpstr>Bộ giải mã</vt:lpstr>
      <vt:lpstr>Tập thanh ghi</vt:lpstr>
      <vt:lpstr>Tóm tắt lại nội dung buổi học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Trần Hoàng Lộc</dc:creator>
  <cp:lastModifiedBy>Phan Đình Duy</cp:lastModifiedBy>
  <cp:revision>136</cp:revision>
  <dcterms:created xsi:type="dcterms:W3CDTF">2023-03-03T01:55:04Z</dcterms:created>
  <dcterms:modified xsi:type="dcterms:W3CDTF">2024-12-05T08:21:07Z</dcterms:modified>
</cp:coreProperties>
</file>